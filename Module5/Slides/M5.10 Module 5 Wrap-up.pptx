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54DFE-C3D4-439B-9504-4B41D9C136AE}" v="3" dt="2025-10-16T13:38:25.182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5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Advantages of NumPy Arrays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Array Functions and Slicing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Pandas </a:t>
            </a:r>
            <a:r>
              <a:rPr lang="en-US" dirty="0" err="1">
                <a:latin typeface="Calibri"/>
                <a:ea typeface="Calibri"/>
                <a:cs typeface="Calibri"/>
              </a:rPr>
              <a:t>Dataframe</a:t>
            </a:r>
            <a:r>
              <a:rPr lang="en-US" dirty="0">
                <a:latin typeface="Calibri"/>
                <a:ea typeface="Calibri"/>
                <a:cs typeface="Calibri"/>
              </a:rPr>
              <a:t> Operations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Data Wrangling</a:t>
            </a:r>
            <a:endParaRPr lang="en-US" dirty="0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DE6728EC-E176-D174-616D-FC06A94C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5049519"/>
            <a:ext cx="2875280" cy="59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0B2851D-A4A4-3952-E3BB-403B43FD4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7681" y="4732315"/>
            <a:ext cx="2740943" cy="123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Difference between NP Array and List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How to index and slice arrays and </a:t>
            </a:r>
            <a:r>
              <a:rPr lang="en-US" dirty="0" err="1">
                <a:latin typeface="Calibri"/>
                <a:ea typeface="Calibri"/>
                <a:cs typeface="Calibri"/>
              </a:rPr>
              <a:t>df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Pandas Data Selection and Functions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Handling missing data and grouping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97" y="4447715"/>
            <a:ext cx="2714843" cy="2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12</TotalTime>
  <Words>68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5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44</cp:revision>
  <dcterms:created xsi:type="dcterms:W3CDTF">2025-07-14T11:21:17Z</dcterms:created>
  <dcterms:modified xsi:type="dcterms:W3CDTF">2025-10-16T13:40:56Z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