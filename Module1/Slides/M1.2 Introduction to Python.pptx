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63" r:id="rId5"/>
    <p:sldId id="267" r:id="rId6"/>
    <p:sldId id="266" r:id="rId7"/>
    <p:sldId id="264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D4F3EF-7011-401B-B359-024DA45100E1}" v="7" dt="2025-10-22T11:22:49.315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355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custSel addSld delSld modSld sldOrd">
      <pc:chgData name="Redmond, Michael A" userId="6b2689ca-cbb8-4f35-85b9-c472fe3ea77d" providerId="ADAL" clId="{6B9340BF-27A4-4664-BFE1-A20A01A07C8B}" dt="2025-10-31T10:56:38.753" v="804" actId="962"/>
      <pc:docMkLst>
        <pc:docMk/>
      </pc:docMkLst>
      <pc:sldChg chg="del">
        <pc:chgData name="Redmond, Michael A" userId="6b2689ca-cbb8-4f35-85b9-c472fe3ea77d" providerId="ADAL" clId="{6B9340BF-27A4-4664-BFE1-A20A01A07C8B}" dt="2025-10-22T11:11:00.118" v="105" actId="47"/>
        <pc:sldMkLst>
          <pc:docMk/>
          <pc:sldMk cId="2106977553" sldId="261"/>
        </pc:sldMkLst>
      </pc:sldChg>
      <pc:sldChg chg="addSp delSp modSp mod ord">
        <pc:chgData name="Redmond, Michael A" userId="6b2689ca-cbb8-4f35-85b9-c472fe3ea77d" providerId="ADAL" clId="{6B9340BF-27A4-4664-BFE1-A20A01A07C8B}" dt="2025-10-31T10:56:38.753" v="804" actId="962"/>
        <pc:sldMkLst>
          <pc:docMk/>
          <pc:sldMk cId="363488498" sldId="262"/>
        </pc:sldMkLst>
        <pc:spChg chg="mod">
          <ac:chgData name="Redmond, Michael A" userId="6b2689ca-cbb8-4f35-85b9-c472fe3ea77d" providerId="ADAL" clId="{6B9340BF-27A4-4664-BFE1-A20A01A07C8B}" dt="2025-10-22T11:13:48.643" v="171" actId="20577"/>
          <ac:spMkLst>
            <pc:docMk/>
            <pc:sldMk cId="363488498" sldId="262"/>
            <ac:spMk id="2" creationId="{E2E8B78B-F16B-CB91-3789-CE8BCBD446E8}"/>
          </ac:spMkLst>
        </pc:spChg>
        <pc:spChg chg="mod">
          <ac:chgData name="Redmond, Michael A" userId="6b2689ca-cbb8-4f35-85b9-c472fe3ea77d" providerId="ADAL" clId="{6B9340BF-27A4-4664-BFE1-A20A01A07C8B}" dt="2025-10-22T11:10:23.185" v="104" actId="20577"/>
          <ac:spMkLst>
            <pc:docMk/>
            <pc:sldMk cId="363488498" sldId="262"/>
            <ac:spMk id="3" creationId="{D0F58480-0021-1C28-0B17-D7ED2DEABFAF}"/>
          </ac:spMkLst>
        </pc:spChg>
        <pc:picChg chg="add mod">
          <ac:chgData name="Redmond, Michael A" userId="6b2689ca-cbb8-4f35-85b9-c472fe3ea77d" providerId="ADAL" clId="{6B9340BF-27A4-4664-BFE1-A20A01A07C8B}" dt="2025-10-22T11:10:00.613" v="71" actId="1076"/>
          <ac:picMkLst>
            <pc:docMk/>
            <pc:sldMk cId="363488498" sldId="262"/>
            <ac:picMk id="4" creationId="{900493E0-DE36-2B3D-0C49-0D5A329453E1}"/>
          </ac:picMkLst>
        </pc:picChg>
        <pc:picChg chg="add mod">
          <ac:chgData name="Redmond, Michael A" userId="6b2689ca-cbb8-4f35-85b9-c472fe3ea77d" providerId="ADAL" clId="{6B9340BF-27A4-4664-BFE1-A20A01A07C8B}" dt="2025-10-31T10:56:38.753" v="804" actId="962"/>
          <ac:picMkLst>
            <pc:docMk/>
            <pc:sldMk cId="363488498" sldId="262"/>
            <ac:picMk id="6" creationId="{00F138AA-1DA5-778A-6AA7-C63FA82A67A9}"/>
          </ac:picMkLst>
        </pc:picChg>
      </pc:sldChg>
      <pc:sldChg chg="modSp mod">
        <pc:chgData name="Redmond, Michael A" userId="6b2689ca-cbb8-4f35-85b9-c472fe3ea77d" providerId="ADAL" clId="{6B9340BF-27A4-4664-BFE1-A20A01A07C8B}" dt="2025-10-31T10:55:59.895" v="796" actId="962"/>
        <pc:sldMkLst>
          <pc:docMk/>
          <pc:sldMk cId="3047895403" sldId="263"/>
        </pc:sldMkLst>
        <pc:spChg chg="mod">
          <ac:chgData name="Redmond, Michael A" userId="6b2689ca-cbb8-4f35-85b9-c472fe3ea77d" providerId="ADAL" clId="{6B9340BF-27A4-4664-BFE1-A20A01A07C8B}" dt="2025-10-22T11:07:45.258" v="21" actId="20577"/>
          <ac:spMkLst>
            <pc:docMk/>
            <pc:sldMk cId="3047895403" sldId="263"/>
            <ac:spMk id="2" creationId="{C5F626C0-457E-716A-AB10-82754B12D40B}"/>
          </ac:spMkLst>
        </pc:spChg>
        <pc:picChg chg="mod">
          <ac:chgData name="Redmond, Michael A" userId="6b2689ca-cbb8-4f35-85b9-c472fe3ea77d" providerId="ADAL" clId="{6B9340BF-27A4-4664-BFE1-A20A01A07C8B}" dt="2025-10-31T10:55:59.895" v="796" actId="962"/>
          <ac:picMkLst>
            <pc:docMk/>
            <pc:sldMk cId="3047895403" sldId="263"/>
            <ac:picMk id="5" creationId="{043F4988-C2A2-B678-BF5E-03DA3980D128}"/>
          </ac:picMkLst>
        </pc:picChg>
      </pc:sldChg>
      <pc:sldChg chg="addSp modSp new mod ord">
        <pc:chgData name="Redmond, Michael A" userId="6b2689ca-cbb8-4f35-85b9-c472fe3ea77d" providerId="ADAL" clId="{6B9340BF-27A4-4664-BFE1-A20A01A07C8B}" dt="2025-10-31T10:56:30.282" v="802" actId="962"/>
        <pc:sldMkLst>
          <pc:docMk/>
          <pc:sldMk cId="3930988348" sldId="264"/>
        </pc:sldMkLst>
        <pc:spChg chg="mod">
          <ac:chgData name="Redmond, Michael A" userId="6b2689ca-cbb8-4f35-85b9-c472fe3ea77d" providerId="ADAL" clId="{6B9340BF-27A4-4664-BFE1-A20A01A07C8B}" dt="2025-10-22T11:13:43.307" v="161" actId="20577"/>
          <ac:spMkLst>
            <pc:docMk/>
            <pc:sldMk cId="3930988348" sldId="264"/>
            <ac:spMk id="2" creationId="{2FA631FF-EB60-22D4-1C20-27AC6F947469}"/>
          </ac:spMkLst>
        </pc:spChg>
        <pc:spChg chg="mod">
          <ac:chgData name="Redmond, Michael A" userId="6b2689ca-cbb8-4f35-85b9-c472fe3ea77d" providerId="ADAL" clId="{6B9340BF-27A4-4664-BFE1-A20A01A07C8B}" dt="2025-10-22T11:24:26.752" v="793" actId="14100"/>
          <ac:spMkLst>
            <pc:docMk/>
            <pc:sldMk cId="3930988348" sldId="264"/>
            <ac:spMk id="3" creationId="{079830D5-F405-3308-BCD2-1A894B786635}"/>
          </ac:spMkLst>
        </pc:spChg>
        <pc:spChg chg="add mod">
          <ac:chgData name="Redmond, Michael A" userId="6b2689ca-cbb8-4f35-85b9-c472fe3ea77d" providerId="ADAL" clId="{6B9340BF-27A4-4664-BFE1-A20A01A07C8B}" dt="2025-10-22T11:13:35.151" v="148" actId="1076"/>
          <ac:spMkLst>
            <pc:docMk/>
            <pc:sldMk cId="3930988348" sldId="264"/>
            <ac:spMk id="6" creationId="{0EFEBCB6-3CDF-5B71-06D5-EE8B66739B4B}"/>
          </ac:spMkLst>
        </pc:spChg>
        <pc:picChg chg="add mod">
          <ac:chgData name="Redmond, Michael A" userId="6b2689ca-cbb8-4f35-85b9-c472fe3ea77d" providerId="ADAL" clId="{6B9340BF-27A4-4664-BFE1-A20A01A07C8B}" dt="2025-10-31T10:56:30.282" v="802" actId="962"/>
          <ac:picMkLst>
            <pc:docMk/>
            <pc:sldMk cId="3930988348" sldId="264"/>
            <ac:picMk id="4" creationId="{0C0C6DAA-9D9E-E70C-609D-9FFA6AD6B6C8}"/>
          </ac:picMkLst>
        </pc:picChg>
      </pc:sldChg>
      <pc:sldChg chg="modSp new mod">
        <pc:chgData name="Redmond, Michael A" userId="6b2689ca-cbb8-4f35-85b9-c472fe3ea77d" providerId="ADAL" clId="{6B9340BF-27A4-4664-BFE1-A20A01A07C8B}" dt="2025-10-22T11:14:33.785" v="241" actId="20577"/>
        <pc:sldMkLst>
          <pc:docMk/>
          <pc:sldMk cId="4002475215" sldId="265"/>
        </pc:sldMkLst>
        <pc:spChg chg="mod">
          <ac:chgData name="Redmond, Michael A" userId="6b2689ca-cbb8-4f35-85b9-c472fe3ea77d" providerId="ADAL" clId="{6B9340BF-27A4-4664-BFE1-A20A01A07C8B}" dt="2025-10-22T11:14:04.508" v="193" actId="20577"/>
          <ac:spMkLst>
            <pc:docMk/>
            <pc:sldMk cId="4002475215" sldId="265"/>
            <ac:spMk id="2" creationId="{4780AD1E-7FFF-FBD1-015C-A18DA6A0C596}"/>
          </ac:spMkLst>
        </pc:spChg>
        <pc:spChg chg="mod">
          <ac:chgData name="Redmond, Michael A" userId="6b2689ca-cbb8-4f35-85b9-c472fe3ea77d" providerId="ADAL" clId="{6B9340BF-27A4-4664-BFE1-A20A01A07C8B}" dt="2025-10-22T11:14:33.785" v="241" actId="20577"/>
          <ac:spMkLst>
            <pc:docMk/>
            <pc:sldMk cId="4002475215" sldId="265"/>
            <ac:spMk id="3" creationId="{3BB6E05E-924C-D203-AC85-575A9C70B930}"/>
          </ac:spMkLst>
        </pc:spChg>
      </pc:sldChg>
      <pc:sldChg chg="addSp modSp new mod">
        <pc:chgData name="Redmond, Michael A" userId="6b2689ca-cbb8-4f35-85b9-c472fe3ea77d" providerId="ADAL" clId="{6B9340BF-27A4-4664-BFE1-A20A01A07C8B}" dt="2025-10-31T10:56:11.826" v="800" actId="962"/>
        <pc:sldMkLst>
          <pc:docMk/>
          <pc:sldMk cId="1454367348" sldId="266"/>
        </pc:sldMkLst>
        <pc:spChg chg="mod">
          <ac:chgData name="Redmond, Michael A" userId="6b2689ca-cbb8-4f35-85b9-c472fe3ea77d" providerId="ADAL" clId="{6B9340BF-27A4-4664-BFE1-A20A01A07C8B}" dt="2025-10-22T11:21:34.885" v="784" actId="20577"/>
          <ac:spMkLst>
            <pc:docMk/>
            <pc:sldMk cId="1454367348" sldId="266"/>
            <ac:spMk id="2" creationId="{9DEEE253-9A73-B3D7-6036-2D99F2C00E9B}"/>
          </ac:spMkLst>
        </pc:spChg>
        <pc:spChg chg="mod">
          <ac:chgData name="Redmond, Michael A" userId="6b2689ca-cbb8-4f35-85b9-c472fe3ea77d" providerId="ADAL" clId="{6B9340BF-27A4-4664-BFE1-A20A01A07C8B}" dt="2025-10-22T11:17:18.350" v="493" actId="20577"/>
          <ac:spMkLst>
            <pc:docMk/>
            <pc:sldMk cId="1454367348" sldId="266"/>
            <ac:spMk id="3" creationId="{0C0A3366-876D-0FEF-4CC5-4AB30A5AA321}"/>
          </ac:spMkLst>
        </pc:spChg>
        <pc:picChg chg="add mod">
          <ac:chgData name="Redmond, Michael A" userId="6b2689ca-cbb8-4f35-85b9-c472fe3ea77d" providerId="ADAL" clId="{6B9340BF-27A4-4664-BFE1-A20A01A07C8B}" dt="2025-10-31T10:56:11.826" v="800" actId="962"/>
          <ac:picMkLst>
            <pc:docMk/>
            <pc:sldMk cId="1454367348" sldId="266"/>
            <ac:picMk id="5" creationId="{E608E96D-2460-B479-80DA-A1584CCA266B}"/>
          </ac:picMkLst>
        </pc:picChg>
      </pc:sldChg>
      <pc:sldChg chg="addSp modSp new mod ord">
        <pc:chgData name="Redmond, Michael A" userId="6b2689ca-cbb8-4f35-85b9-c472fe3ea77d" providerId="ADAL" clId="{6B9340BF-27A4-4664-BFE1-A20A01A07C8B}" dt="2025-10-31T10:56:03.099" v="798" actId="962"/>
        <pc:sldMkLst>
          <pc:docMk/>
          <pc:sldMk cId="956649964" sldId="267"/>
        </pc:sldMkLst>
        <pc:spChg chg="mod">
          <ac:chgData name="Redmond, Michael A" userId="6b2689ca-cbb8-4f35-85b9-c472fe3ea77d" providerId="ADAL" clId="{6B9340BF-27A4-4664-BFE1-A20A01A07C8B}" dt="2025-10-22T11:18:19.267" v="530" actId="20577"/>
          <ac:spMkLst>
            <pc:docMk/>
            <pc:sldMk cId="956649964" sldId="267"/>
            <ac:spMk id="2" creationId="{53763AB2-B5A6-96A0-7254-AA967B12E972}"/>
          </ac:spMkLst>
        </pc:spChg>
        <pc:spChg chg="mod">
          <ac:chgData name="Redmond, Michael A" userId="6b2689ca-cbb8-4f35-85b9-c472fe3ea77d" providerId="ADAL" clId="{6B9340BF-27A4-4664-BFE1-A20A01A07C8B}" dt="2025-10-22T11:20:05.670" v="759" actId="20577"/>
          <ac:spMkLst>
            <pc:docMk/>
            <pc:sldMk cId="956649964" sldId="267"/>
            <ac:spMk id="3" creationId="{DFC58B42-206C-CF90-8B33-BD975DED2181}"/>
          </ac:spMkLst>
        </pc:spChg>
        <pc:picChg chg="add mod">
          <ac:chgData name="Redmond, Michael A" userId="6b2689ca-cbb8-4f35-85b9-c472fe3ea77d" providerId="ADAL" clId="{6B9340BF-27A4-4664-BFE1-A20A01A07C8B}" dt="2025-10-31T10:56:03.099" v="798" actId="962"/>
          <ac:picMkLst>
            <pc:docMk/>
            <pc:sldMk cId="956649964" sldId="267"/>
            <ac:picMk id="5" creationId="{7E0A0B34-9C11-EE8A-5253-39EADE0A0FE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10/31/2025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10/31/2025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Introduction to Python</a:t>
            </a:r>
            <a:endParaRPr lang="en-US" dirty="0"/>
          </a:p>
        </p:txBody>
      </p:sp>
      <p:pic>
        <p:nvPicPr>
          <p:cNvPr id="5" name="Picture 4" descr="A computer screen shot of a computer code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3AB2-B5A6-96A0-7254-AA967B12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as a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58B42-206C-CF90-8B33-BD975DED2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purpose and high-level</a:t>
            </a:r>
          </a:p>
          <a:p>
            <a:pPr lvl="1"/>
            <a:r>
              <a:rPr lang="en-US" dirty="0"/>
              <a:t>Web development</a:t>
            </a:r>
          </a:p>
          <a:p>
            <a:pPr lvl="1"/>
            <a:r>
              <a:rPr lang="en-US" b="1" dirty="0"/>
              <a:t>Data analysis </a:t>
            </a:r>
            <a:r>
              <a:rPr lang="en-US" dirty="0"/>
              <a:t>and artificial intelligence</a:t>
            </a:r>
          </a:p>
          <a:p>
            <a:pPr lvl="1"/>
            <a:r>
              <a:rPr lang="en-US" dirty="0"/>
              <a:t>Scientific computing and networking</a:t>
            </a:r>
          </a:p>
          <a:p>
            <a:r>
              <a:rPr lang="en-US" dirty="0"/>
              <a:t>Written in a form close to human language</a:t>
            </a:r>
          </a:p>
          <a:p>
            <a:endParaRPr lang="en-US" dirty="0"/>
          </a:p>
        </p:txBody>
      </p:sp>
      <p:pic>
        <p:nvPicPr>
          <p:cNvPr id="5" name="Picture 4" descr="A magnifying glass on a graph">
            <a:extLst>
              <a:ext uri="{FF2B5EF4-FFF2-40B4-BE49-F238E27FC236}">
                <a16:creationId xmlns:a16="http://schemas.microsoft.com/office/drawing/2014/main" id="{7E0A0B34-9C11-EE8A-5253-39EADE0A0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706" y="5132916"/>
            <a:ext cx="3285067" cy="143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4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E253-9A73-B3D7-6036-2D99F2C0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A3366-876D-0FEF-4CC5-4AB30A5AA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Intuitive to Understand &amp; Learn</a:t>
            </a:r>
          </a:p>
          <a:p>
            <a:r>
              <a:rPr lang="en-US" dirty="0"/>
              <a:t>Readable and flexible code</a:t>
            </a:r>
          </a:p>
          <a:p>
            <a:r>
              <a:rPr lang="en-US" dirty="0"/>
              <a:t>Easy integration with apps</a:t>
            </a:r>
          </a:p>
          <a:p>
            <a:r>
              <a:rPr lang="en-US" dirty="0"/>
              <a:t>Open access external libraries</a:t>
            </a:r>
          </a:p>
          <a:p>
            <a:r>
              <a:rPr lang="en-US" dirty="0"/>
              <a:t>Extensive help and AI</a:t>
            </a:r>
          </a:p>
        </p:txBody>
      </p:sp>
      <p:pic>
        <p:nvPicPr>
          <p:cNvPr id="5" name="Picture 4" descr="A blue and yellow Python logo">
            <a:extLst>
              <a:ext uri="{FF2B5EF4-FFF2-40B4-BE49-F238E27FC236}">
                <a16:creationId xmlns:a16="http://schemas.microsoft.com/office/drawing/2014/main" id="{E608E96D-2460-B479-80DA-A1584CCA2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533" y="5240866"/>
            <a:ext cx="1261533" cy="126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67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31FF-EB60-22D4-1C20-27AC6F94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Worldwide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30D5-F405-3308-BCD2-1A894B786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901952"/>
            <a:ext cx="6682571" cy="4127627"/>
          </a:xfrm>
        </p:spPr>
        <p:txBody>
          <a:bodyPr/>
          <a:lstStyle/>
          <a:p>
            <a:r>
              <a:rPr lang="en-US" dirty="0"/>
              <a:t>Most popular programming language</a:t>
            </a:r>
          </a:p>
          <a:p>
            <a:endParaRPr lang="en-US" dirty="0"/>
          </a:p>
        </p:txBody>
      </p:sp>
      <p:pic>
        <p:nvPicPr>
          <p:cNvPr id="4" name="Picture 3" descr="Popularity table of programming languages with Python at the top with 30.5%">
            <a:extLst>
              <a:ext uri="{FF2B5EF4-FFF2-40B4-BE49-F238E27FC236}">
                <a16:creationId xmlns:a16="http://schemas.microsoft.com/office/drawing/2014/main" id="{0C0C6DAA-9D9E-E70C-609D-9FFA6AD6B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34" y="2523890"/>
            <a:ext cx="5887272" cy="35056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EBCB6-3CDF-5B71-06D5-EE8B66739B4B}"/>
              </a:ext>
            </a:extLst>
          </p:cNvPr>
          <p:cNvSpPr txBox="1"/>
          <p:nvPr/>
        </p:nvSpPr>
        <p:spPr>
          <a:xfrm>
            <a:off x="842434" y="60985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https://pypl.github.io/PYPL.html</a:t>
            </a:r>
          </a:p>
        </p:txBody>
      </p:sp>
    </p:spTree>
    <p:extLst>
      <p:ext uri="{BB962C8B-B14F-4D97-AF65-F5344CB8AC3E}">
        <p14:creationId xmlns:p14="http://schemas.microsoft.com/office/powerpoint/2010/main" val="393098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 dirty="0"/>
              <a:t>Python as a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>
              <a:buNone/>
            </a:pPr>
            <a:r>
              <a:rPr lang="en-US" dirty="0"/>
              <a:t>Python is a data science tool</a:t>
            </a:r>
          </a:p>
          <a:p>
            <a:pPr marL="45720" indent="0">
              <a:buNone/>
            </a:pPr>
            <a:r>
              <a:rPr lang="en-US" dirty="0"/>
              <a:t>Used to build models &amp; analysis</a:t>
            </a:r>
          </a:p>
          <a:p>
            <a:pPr marL="4572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2" descr="Tours &amp; Tickets - Treasury (al-Khazneh) - Book Now - Viator">
            <a:extLst>
              <a:ext uri="{FF2B5EF4-FFF2-40B4-BE49-F238E27FC236}">
                <a16:creationId xmlns:a16="http://schemas.microsoft.com/office/drawing/2014/main" id="{900493E0-DE36-2B3D-0C49-0D5A32945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47" y="4255399"/>
            <a:ext cx="3441460" cy="2294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chisel">
            <a:extLst>
              <a:ext uri="{FF2B5EF4-FFF2-40B4-BE49-F238E27FC236}">
                <a16:creationId xmlns:a16="http://schemas.microsoft.com/office/drawing/2014/main" id="{00F138AA-1DA5-778A-6AA7-C63FA82A6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76" y="3230800"/>
            <a:ext cx="1235013" cy="123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0AD1E-7FFF-FBD1-015C-A18DA6A0C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6E05E-924C-D203-AC85-575A9C70B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Course Outline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Intro to Using Python &amp; </a:t>
            </a:r>
            <a:r>
              <a:rPr lang="en-US" b="1" dirty="0" err="1">
                <a:solidFill>
                  <a:srgbClr val="002060"/>
                </a:solidFill>
              </a:rPr>
              <a:t>Jupyter</a:t>
            </a:r>
            <a:endParaRPr lang="en-US" b="1" dirty="0">
              <a:solidFill>
                <a:srgbClr val="002060"/>
              </a:solidFill>
            </a:endParaRP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Data Types and Collections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Functions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Flow Control and Loops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File Handling</a:t>
            </a:r>
          </a:p>
          <a:p>
            <a:pPr marL="457200" lvl="1" indent="0">
              <a:buNone/>
            </a:pPr>
            <a:endParaRPr lang="en-US" b="1" dirty="0"/>
          </a:p>
          <a:p>
            <a:pPr lvl="1"/>
            <a:r>
              <a:rPr lang="en-US" b="1" dirty="0" err="1">
                <a:solidFill>
                  <a:srgbClr val="00B050"/>
                </a:solidFill>
              </a:rPr>
              <a:t>Dataframes</a:t>
            </a:r>
            <a:r>
              <a:rPr lang="en-US" b="1" dirty="0">
                <a:solidFill>
                  <a:srgbClr val="00B050"/>
                </a:solidFill>
              </a:rPr>
              <a:t> (Pandas and NumPy)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Visualization (Matplotlib)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Machine Learning (Scikit-learn)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47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16</TotalTime>
  <Words>133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Banded Design UI Gold 16x9</vt:lpstr>
      <vt:lpstr>Data Programming  in Python _________________ Introduction to Python</vt:lpstr>
      <vt:lpstr>Python as a Programming Language</vt:lpstr>
      <vt:lpstr>Benefits of Python</vt:lpstr>
      <vt:lpstr>Worldwide Use</vt:lpstr>
      <vt:lpstr>Python as a Tool</vt:lpstr>
      <vt:lpstr>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2</cp:revision>
  <dcterms:created xsi:type="dcterms:W3CDTF">2025-07-14T11:21:17Z</dcterms:created>
  <dcterms:modified xsi:type="dcterms:W3CDTF">2025-10-31T10:56:39Z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