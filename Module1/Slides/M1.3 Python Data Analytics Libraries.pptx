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3" r:id="rId5"/>
    <p:sldId id="265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A966FE-680B-4CFB-BB84-AC8ADC81CE4B}" v="1" dt="2025-10-20T17:42:18.664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44" y="18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mond, Michael A" userId="6b2689ca-cbb8-4f35-85b9-c472fe3ea77d" providerId="ADAL" clId="{6B9340BF-27A4-4664-BFE1-A20A01A07C8B}"/>
    <pc:docChg chg="undo custSel addSld delSld modSld sldOrd">
      <pc:chgData name="Redmond, Michael A" userId="6b2689ca-cbb8-4f35-85b9-c472fe3ea77d" providerId="ADAL" clId="{6B9340BF-27A4-4664-BFE1-A20A01A07C8B}" dt="2025-10-27T14:39:22.805" v="357" actId="962"/>
      <pc:docMkLst>
        <pc:docMk/>
      </pc:docMkLst>
      <pc:sldChg chg="del">
        <pc:chgData name="Redmond, Michael A" userId="6b2689ca-cbb8-4f35-85b9-c472fe3ea77d" providerId="ADAL" clId="{6B9340BF-27A4-4664-BFE1-A20A01A07C8B}" dt="2025-10-20T17:40:31.436" v="144" actId="47"/>
        <pc:sldMkLst>
          <pc:docMk/>
          <pc:sldMk cId="363488498" sldId="262"/>
        </pc:sldMkLst>
      </pc:sldChg>
      <pc:sldChg chg="modSp mod">
        <pc:chgData name="Redmond, Michael A" userId="6b2689ca-cbb8-4f35-85b9-c472fe3ea77d" providerId="ADAL" clId="{6B9340BF-27A4-4664-BFE1-A20A01A07C8B}" dt="2025-10-27T14:37:09.881" v="351" actId="962"/>
        <pc:sldMkLst>
          <pc:docMk/>
          <pc:sldMk cId="3047895403" sldId="263"/>
        </pc:sldMkLst>
        <pc:spChg chg="mod">
          <ac:chgData name="Redmond, Michael A" userId="6b2689ca-cbb8-4f35-85b9-c472fe3ea77d" providerId="ADAL" clId="{6B9340BF-27A4-4664-BFE1-A20A01A07C8B}" dt="2025-10-20T17:35:10.532" v="38" actId="20577"/>
          <ac:spMkLst>
            <pc:docMk/>
            <pc:sldMk cId="3047895403" sldId="263"/>
            <ac:spMk id="2" creationId="{C5F626C0-457E-716A-AB10-82754B12D40B}"/>
          </ac:spMkLst>
        </pc:spChg>
        <pc:picChg chg="mod">
          <ac:chgData name="Redmond, Michael A" userId="6b2689ca-cbb8-4f35-85b9-c472fe3ea77d" providerId="ADAL" clId="{6B9340BF-27A4-4664-BFE1-A20A01A07C8B}" dt="2025-10-27T14:37:09.881" v="351" actId="962"/>
          <ac:picMkLst>
            <pc:docMk/>
            <pc:sldMk cId="3047895403" sldId="263"/>
            <ac:picMk id="5" creationId="{043F4988-C2A2-B678-BF5E-03DA3980D128}"/>
          </ac:picMkLst>
        </pc:picChg>
      </pc:sldChg>
      <pc:sldChg chg="addSp delSp modSp mod">
        <pc:chgData name="Redmond, Michael A" userId="6b2689ca-cbb8-4f35-85b9-c472fe3ea77d" providerId="ADAL" clId="{6B9340BF-27A4-4664-BFE1-A20A01A07C8B}" dt="2025-10-27T14:39:22.805" v="357" actId="962"/>
        <pc:sldMkLst>
          <pc:docMk/>
          <pc:sldMk cId="1815173272" sldId="264"/>
        </pc:sldMkLst>
        <pc:spChg chg="mod">
          <ac:chgData name="Redmond, Michael A" userId="6b2689ca-cbb8-4f35-85b9-c472fe3ea77d" providerId="ADAL" clId="{6B9340BF-27A4-4664-BFE1-A20A01A07C8B}" dt="2025-10-20T17:35:23.725" v="62" actId="20577"/>
          <ac:spMkLst>
            <pc:docMk/>
            <pc:sldMk cId="1815173272" sldId="264"/>
            <ac:spMk id="2" creationId="{B992BD79-160B-5005-6F31-5B004812470D}"/>
          </ac:spMkLst>
        </pc:spChg>
        <pc:spChg chg="mod">
          <ac:chgData name="Redmond, Michael A" userId="6b2689ca-cbb8-4f35-85b9-c472fe3ea77d" providerId="ADAL" clId="{6B9340BF-27A4-4664-BFE1-A20A01A07C8B}" dt="2025-10-20T17:40:02.339" v="138" actId="20577"/>
          <ac:spMkLst>
            <pc:docMk/>
            <pc:sldMk cId="1815173272" sldId="264"/>
            <ac:spMk id="3" creationId="{D770E505-78EC-CDD5-0E29-950C0C12FCEF}"/>
          </ac:spMkLst>
        </pc:spChg>
        <pc:picChg chg="add mod">
          <ac:chgData name="Redmond, Michael A" userId="6b2689ca-cbb8-4f35-85b9-c472fe3ea77d" providerId="ADAL" clId="{6B9340BF-27A4-4664-BFE1-A20A01A07C8B}" dt="2025-10-27T14:39:13.827" v="355" actId="962"/>
          <ac:picMkLst>
            <pc:docMk/>
            <pc:sldMk cId="1815173272" sldId="264"/>
            <ac:picMk id="7" creationId="{81995ED8-DA52-10E3-4F7F-9FE44E6A1AB0}"/>
          </ac:picMkLst>
        </pc:picChg>
        <pc:picChg chg="add mod">
          <ac:chgData name="Redmond, Michael A" userId="6b2689ca-cbb8-4f35-85b9-c472fe3ea77d" providerId="ADAL" clId="{6B9340BF-27A4-4664-BFE1-A20A01A07C8B}" dt="2025-10-27T14:39:22.805" v="357" actId="962"/>
          <ac:picMkLst>
            <pc:docMk/>
            <pc:sldMk cId="1815173272" sldId="264"/>
            <ac:picMk id="9" creationId="{A3C1850B-BAD5-52F1-6814-FA202F516F42}"/>
          </ac:picMkLst>
        </pc:picChg>
      </pc:sldChg>
      <pc:sldChg chg="addSp modSp new mod ord">
        <pc:chgData name="Redmond, Michael A" userId="6b2689ca-cbb8-4f35-85b9-c472fe3ea77d" providerId="ADAL" clId="{6B9340BF-27A4-4664-BFE1-A20A01A07C8B}" dt="2025-10-27T14:39:01.551" v="353" actId="962"/>
        <pc:sldMkLst>
          <pc:docMk/>
          <pc:sldMk cId="75406712" sldId="265"/>
        </pc:sldMkLst>
        <pc:spChg chg="mod">
          <ac:chgData name="Redmond, Michael A" userId="6b2689ca-cbb8-4f35-85b9-c472fe3ea77d" providerId="ADAL" clId="{6B9340BF-27A4-4664-BFE1-A20A01A07C8B}" dt="2025-10-20T17:40:48.572" v="175" actId="20577"/>
          <ac:spMkLst>
            <pc:docMk/>
            <pc:sldMk cId="75406712" sldId="265"/>
            <ac:spMk id="2" creationId="{21F5D2F5-EBF1-5436-C8EC-A86147179449}"/>
          </ac:spMkLst>
        </pc:spChg>
        <pc:spChg chg="mod">
          <ac:chgData name="Redmond, Michael A" userId="6b2689ca-cbb8-4f35-85b9-c472fe3ea77d" providerId="ADAL" clId="{6B9340BF-27A4-4664-BFE1-A20A01A07C8B}" dt="2025-10-20T17:42:54.525" v="347" actId="20577"/>
          <ac:spMkLst>
            <pc:docMk/>
            <pc:sldMk cId="75406712" sldId="265"/>
            <ac:spMk id="3" creationId="{4A3D6AB9-B250-DA39-52A0-C3BD7E1D90AC}"/>
          </ac:spMkLst>
        </pc:spChg>
        <pc:picChg chg="add mod">
          <ac:chgData name="Redmond, Michael A" userId="6b2689ca-cbb8-4f35-85b9-c472fe3ea77d" providerId="ADAL" clId="{6B9340BF-27A4-4664-BFE1-A20A01A07C8B}" dt="2025-10-27T14:39:01.551" v="353" actId="962"/>
          <ac:picMkLst>
            <pc:docMk/>
            <pc:sldMk cId="75406712" sldId="265"/>
            <ac:picMk id="4" creationId="{67E1E4C0-B649-8FED-E9B1-4882BF952CDC}"/>
          </ac:picMkLst>
        </pc:picChg>
      </pc:sldChg>
      <pc:sldChg chg="del">
        <pc:chgData name="Redmond, Michael A" userId="6b2689ca-cbb8-4f35-85b9-c472fe3ea77d" providerId="ADAL" clId="{6B9340BF-27A4-4664-BFE1-A20A01A07C8B}" dt="2025-10-20T17:40:29.748" v="142" actId="47"/>
        <pc:sldMkLst>
          <pc:docMk/>
          <pc:sldMk cId="2818274703" sldId="265"/>
        </pc:sldMkLst>
      </pc:sldChg>
      <pc:sldChg chg="del">
        <pc:chgData name="Redmond, Michael A" userId="6b2689ca-cbb8-4f35-85b9-c472fe3ea77d" providerId="ADAL" clId="{6B9340BF-27A4-4664-BFE1-A20A01A07C8B}" dt="2025-10-20T17:40:30.425" v="143" actId="47"/>
        <pc:sldMkLst>
          <pc:docMk/>
          <pc:sldMk cId="3359916284" sldId="266"/>
        </pc:sldMkLst>
      </pc:sldChg>
      <pc:sldChg chg="del">
        <pc:chgData name="Redmond, Michael A" userId="6b2689ca-cbb8-4f35-85b9-c472fe3ea77d" providerId="ADAL" clId="{6B9340BF-27A4-4664-BFE1-A20A01A07C8B}" dt="2025-10-20T17:40:29.021" v="141" actId="47"/>
        <pc:sldMkLst>
          <pc:docMk/>
          <pc:sldMk cId="3310844497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10/27/2025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10/27/2025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u="sng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Python Data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Analytics Libraries</a:t>
            </a:r>
            <a:endParaRPr lang="en-US" dirty="0"/>
          </a:p>
        </p:txBody>
      </p:sp>
      <p:pic>
        <p:nvPicPr>
          <p:cNvPr id="5" name="Picture 4" descr="Python art with gears and analysis icons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5D2F5-EBF1-5436-C8EC-A86147179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D6AB9-B250-DA39-52A0-C3BD7E1D9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452753"/>
            <a:ext cx="7485888" cy="4127627"/>
          </a:xfrm>
        </p:spPr>
        <p:txBody>
          <a:bodyPr/>
          <a:lstStyle/>
          <a:p>
            <a:r>
              <a:rPr lang="en-US" b="1" dirty="0"/>
              <a:t>NumPy</a:t>
            </a:r>
            <a:r>
              <a:rPr lang="en-US" dirty="0"/>
              <a:t> (Mathematical Arrays)</a:t>
            </a:r>
          </a:p>
          <a:p>
            <a:r>
              <a:rPr lang="en-US" b="1" dirty="0"/>
              <a:t>Pandas</a:t>
            </a:r>
            <a:r>
              <a:rPr lang="en-US" dirty="0"/>
              <a:t> (</a:t>
            </a:r>
            <a:r>
              <a:rPr lang="en-US" dirty="0" err="1"/>
              <a:t>Dataframe</a:t>
            </a:r>
            <a:r>
              <a:rPr lang="en-US" dirty="0"/>
              <a:t> Analysis)</a:t>
            </a:r>
          </a:p>
          <a:p>
            <a:r>
              <a:rPr lang="en-US" b="1" dirty="0"/>
              <a:t>Matplotlib</a:t>
            </a:r>
            <a:r>
              <a:rPr lang="en-US" dirty="0"/>
              <a:t> (Graphing/Visualization)</a:t>
            </a:r>
          </a:p>
          <a:p>
            <a:r>
              <a:rPr lang="en-US" b="1" dirty="0"/>
              <a:t>Seaborn</a:t>
            </a:r>
            <a:r>
              <a:rPr lang="en-US" dirty="0"/>
              <a:t> (Graphing/Datasets)</a:t>
            </a:r>
          </a:p>
          <a:p>
            <a:r>
              <a:rPr lang="en-US" b="1" dirty="0" err="1"/>
              <a:t>Scikitlearn</a:t>
            </a:r>
            <a:r>
              <a:rPr lang="en-US" dirty="0"/>
              <a:t> (Machine Learning)</a:t>
            </a:r>
          </a:p>
        </p:txBody>
      </p:sp>
      <p:pic>
        <p:nvPicPr>
          <p:cNvPr id="4" name="Picture 3" descr="Pandas Numpy and Matplotlib&#10;">
            <a:extLst>
              <a:ext uri="{FF2B5EF4-FFF2-40B4-BE49-F238E27FC236}">
                <a16:creationId xmlns:a16="http://schemas.microsoft.com/office/drawing/2014/main" id="{67E1E4C0-B649-8FED-E9B1-4882BF952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621" y="4542428"/>
            <a:ext cx="3099510" cy="199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BD79-160B-5005-6F31-5B0048124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and Importing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0E505-78EC-CDD5-0E29-950C0C12F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42" y="1841751"/>
            <a:ext cx="7485888" cy="4127627"/>
          </a:xfrm>
        </p:spPr>
        <p:txBody>
          <a:bodyPr/>
          <a:lstStyle/>
          <a:p>
            <a:r>
              <a:rPr lang="en-US" dirty="0"/>
              <a:t>Installing: </a:t>
            </a:r>
          </a:p>
          <a:p>
            <a:pPr lvl="1"/>
            <a:r>
              <a:rPr lang="en-US" dirty="0"/>
              <a:t>Only once on machine</a:t>
            </a:r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Importing:</a:t>
            </a:r>
          </a:p>
          <a:p>
            <a:pPr lvl="1"/>
            <a:r>
              <a:rPr lang="en-US" dirty="0"/>
              <a:t>Every time launching notebook</a:t>
            </a:r>
          </a:p>
        </p:txBody>
      </p:sp>
      <p:pic>
        <p:nvPicPr>
          <p:cNvPr id="7" name="Picture 6" descr="Installing a python package">
            <a:extLst>
              <a:ext uri="{FF2B5EF4-FFF2-40B4-BE49-F238E27FC236}">
                <a16:creationId xmlns:a16="http://schemas.microsoft.com/office/drawing/2014/main" id="{81995ED8-DA52-10E3-4F7F-9FE44E6A1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42" y="2923173"/>
            <a:ext cx="4810796" cy="1238423"/>
          </a:xfrm>
          <a:prstGeom prst="rect">
            <a:avLst/>
          </a:prstGeom>
        </p:spPr>
      </p:pic>
      <p:pic>
        <p:nvPicPr>
          <p:cNvPr id="9" name="Picture 8" descr="Importing a python package">
            <a:extLst>
              <a:ext uri="{FF2B5EF4-FFF2-40B4-BE49-F238E27FC236}">
                <a16:creationId xmlns:a16="http://schemas.microsoft.com/office/drawing/2014/main" id="{A3C1850B-BAD5-52F1-6814-FA202F516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42" y="5295112"/>
            <a:ext cx="5372850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17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41</TotalTime>
  <Words>55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Banded Design UI Gold 16x9</vt:lpstr>
      <vt:lpstr>Data Programming  in Python Python Data  Analytics Libraries</vt:lpstr>
      <vt:lpstr>Different Packages</vt:lpstr>
      <vt:lpstr>Installing and Importing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Redmond, Michael A</cp:lastModifiedBy>
  <cp:revision>45</cp:revision>
  <dcterms:created xsi:type="dcterms:W3CDTF">2025-07-14T11:21:17Z</dcterms:created>
  <dcterms:modified xsi:type="dcterms:W3CDTF">2025-10-27T14:39:23Z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