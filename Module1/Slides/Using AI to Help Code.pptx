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8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modSld">
      <pc:chgData name="Redmond, Michael A" userId="6b2689ca-cbb8-4f35-85b9-c472fe3ea77d" providerId="ADAL" clId="{6B9340BF-27A4-4664-BFE1-A20A01A07C8B}" dt="2025-10-16T19:51:31.375" v="131" actId="962"/>
      <pc:docMkLst>
        <pc:docMk/>
      </pc:docMkLst>
      <pc:sldChg chg="modSp mod">
        <pc:chgData name="Redmond, Michael A" userId="6b2689ca-cbb8-4f35-85b9-c472fe3ea77d" providerId="ADAL" clId="{6B9340BF-27A4-4664-BFE1-A20A01A07C8B}" dt="2025-10-16T19:51:31.375" v="131" actId="962"/>
        <pc:sldMkLst>
          <pc:docMk/>
          <pc:sldMk cId="944792982" sldId="688"/>
        </pc:sldMkLst>
        <pc:picChg chg="mod">
          <ac:chgData name="Redmond, Michael A" userId="6b2689ca-cbb8-4f35-85b9-c472fe3ea77d" providerId="ADAL" clId="{6B9340BF-27A4-4664-BFE1-A20A01A07C8B}" dt="2025-10-16T19:51:31.375" v="131" actId="962"/>
          <ac:picMkLst>
            <pc:docMk/>
            <pc:sldMk cId="944792982" sldId="688"/>
            <ac:picMk id="10" creationId="{81437C9C-8DD8-7D04-B11E-E166D0D4DD8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5A86-C506-BA3B-6E8A-466A09586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293AD-326F-F999-7FB5-DF10321A6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38396-957F-8B8C-65AA-43B66750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7311A-0358-568B-7859-D0EDFACB9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FEBEE-1B5F-B57F-C97F-C614E0B3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01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D337-3D29-7915-6B2D-0278FDAFE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76A8F-61EB-8D35-5DF3-520961BF9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05BD3-1D18-FBE4-8FBB-5BC3CFC4C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B8A19-0361-63E4-EA85-A59B39B0B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50999-9346-CBE2-A2F2-190A0D8C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8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D147-B16F-63F9-4563-BFC8E4F0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29375-3049-1F6F-8656-C05C81B80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0A41A-BC7D-4B94-FCBA-9E59D141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5014F-6C2F-4C05-559B-2DFA8A82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11ECB-3743-35BB-E5BB-6959C7F8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1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3550-1E0F-4B9E-37EB-572E457EE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2F4D5-430E-81A0-73BC-740224A7D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C9DEF-7833-8DB7-EF99-938F9FF3D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A3D48-6E50-8630-143C-6C1A90D0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13772-EAC1-1331-9160-D8E87EC81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05839-F074-A5DB-93B9-27A2353F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6BE9-F961-E693-A9C6-CA6847B1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1C82-95C8-66FA-6F74-B0D411DD4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F7255-8C8C-0D4D-BB91-9E9B8AF81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3FB5B-8B97-7676-A2D4-A7CAF9CBD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D3688-85FF-AF12-8B15-565714084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04820-E9D1-17A0-A343-AECA569C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84ACD4-DE99-19FA-9D58-3957C9FC0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A3A06-0108-620B-0FA2-1172801D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86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31D0-51F4-E4D3-2C97-2CC0C985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02329-B768-E9F4-09D7-CBD09BBB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1449F-8B6D-47AC-6291-6DFF08C6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107E4-795D-16C0-FA11-A8B9422C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71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78C18-246D-D616-35B9-FC33C003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54BF7-3C7D-29D8-EC90-2C6D8592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D68D4-7949-041D-3BB2-535BE4B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7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ADA9-A5DB-29C6-12B6-73A93C7B4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9C56C-1A07-63AE-7B82-2276A968C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CAC86-727A-47FE-79EC-8A5C33115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BC7AE-0AA5-7024-12AE-708793988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8F3EA-319C-00DD-447A-469096BF6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72B4F-1FBA-993F-1129-BFF31D8A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38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1264-A56F-5C29-3B39-A640FC11E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BB488-53FD-6021-D76B-3ADB25AF2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B58C1-EFF0-7B78-06B2-29DDBFBA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3BFA4-920E-FAC0-6270-C67E999E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8063A-6E13-16E1-8258-86125C25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04DFB-58E2-D384-0719-C8E3C672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91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8F57-E791-085C-EE2D-8F3A92326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0EF81-75A8-744D-E8AE-40307A8C5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128E5-0E7C-C8B3-CED8-248B9B29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F3408-9321-2745-D09F-6C339666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FB89E-008D-18CD-9DC6-6F45A7FB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9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ADF3E-DDDE-0C71-F710-83FD6ADAE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F430B-68A0-3C25-2F8D-44531AC13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D1F4C-A21C-DF76-DC86-FDD97C94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58C0D-8438-1109-4BAE-0D6537F1B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DC055-8CE8-5C65-985B-2F5A4761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26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E68DE55-0579-EC46-BD52-181870AF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00BB2-D6D1-6642-8F66-9B4F37EC8187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35C2BC9-7AF3-6D49-8036-36D81872E84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51527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37044-371D-C149-9F72-3D8FBA4605C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DC5F3A3D-928C-F445-ACB3-2C38F21F6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2F140A7-DF6E-3245-BC22-1F0E9CFEE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BAIS 6040: Data Programming in Python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21697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  <p15:guide id="2" pos="600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24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A5AF2-93E7-F371-4B76-EFD253F2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92771-3E61-2676-900C-71CF2CC84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619FA-B322-5299-290F-4F2A40CF5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52732-A646-48DC-9EA8-807EF70EE3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E91D6-8DA0-A30A-9AFF-986A0EEE7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D109D-07E0-5462-F2F4-4DA077E5A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5C1FA-58DE-4591-90B6-375E295EB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5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E12F40-5AE6-FF5A-16B8-D1EC9EFD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AI to Help Code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1E42E-0394-96A0-A033-3DC9748D4D5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Since Python is popular programming language and there are lots of helpful message boards and data, most large language models (LLMs) work well to help with coding</a:t>
            </a:r>
          </a:p>
          <a:p>
            <a:r>
              <a:rPr lang="en-US" dirty="0"/>
              <a:t>We’ll try with Microsoft CoPilot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81BE5-01D7-BA55-083D-82D421DFB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BAIS 6040: Data Programming in Python</a:t>
            </a:r>
            <a:endParaRPr lang="en-US" b="0" dirty="0"/>
          </a:p>
        </p:txBody>
      </p:sp>
      <p:pic>
        <p:nvPicPr>
          <p:cNvPr id="10" name="Picture 9" descr="Microsoft CoPilot Access">
            <a:extLst>
              <a:ext uri="{FF2B5EF4-FFF2-40B4-BE49-F238E27FC236}">
                <a16:creationId xmlns:a16="http://schemas.microsoft.com/office/drawing/2014/main" id="{81437C9C-8DD8-7D04-B11E-E166D0D4DD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399" y="3576645"/>
            <a:ext cx="4029637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9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3403</TotalTime>
  <Words>47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Office Theme</vt:lpstr>
      <vt:lpstr>Using AI to Help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lastModifiedBy>Redmond, Michael A</cp:lastModifiedBy>
  <cp:revision>1</cp:revision>
  <dcterms:created xsi:type="dcterms:W3CDTF">2025-10-14T11:07:54Z</dcterms:created>
  <dcterms:modified xsi:type="dcterms:W3CDTF">2025-10-16T19:51:33Z</dcterms:modified>
</cp:coreProperties>
</file>