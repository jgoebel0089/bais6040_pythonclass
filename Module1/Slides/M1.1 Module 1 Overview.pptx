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63" r:id="rId5"/>
    <p:sldId id="262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C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8FE080-1AF0-1356-3299-80933D42640E}" v="152" dt="2025-08-14T09:49:43.681"/>
    <p1510:client id="{FB2A2A78-CA70-E54C-DEEC-C7152CD29536}" v="26" dt="2025-08-14T08:50:19.059"/>
  </p1510:revLst>
</p1510:revInfo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pos="3840"/>
        <p:guide orient="horz" pos="216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dmond, Michael A" userId="S::mredmond@uiowa.edu::6b2689ca-cbb8-4f35-85b9-c472fe3ea77d" providerId="AD" clId="Web-{CD8FE080-1AF0-1356-3299-80933D42640E}"/>
    <pc:docChg chg="modSld sldOrd">
      <pc:chgData name="Redmond, Michael A" userId="S::mredmond@uiowa.edu::6b2689ca-cbb8-4f35-85b9-c472fe3ea77d" providerId="AD" clId="Web-{CD8FE080-1AF0-1356-3299-80933D42640E}" dt="2025-08-14T09:49:43.681" v="148"/>
      <pc:docMkLst>
        <pc:docMk/>
      </pc:docMkLst>
      <pc:sldChg chg="modSp">
        <pc:chgData name="Redmond, Michael A" userId="S::mredmond@uiowa.edu::6b2689ca-cbb8-4f35-85b9-c472fe3ea77d" providerId="AD" clId="Web-{CD8FE080-1AF0-1356-3299-80933D42640E}" dt="2025-08-14T09:49:33.400" v="147" actId="14100"/>
        <pc:sldMkLst>
          <pc:docMk/>
          <pc:sldMk cId="2106977553" sldId="261"/>
        </pc:sldMkLst>
        <pc:spChg chg="mod">
          <ac:chgData name="Redmond, Michael A" userId="S::mredmond@uiowa.edu::6b2689ca-cbb8-4f35-85b9-c472fe3ea77d" providerId="AD" clId="Web-{CD8FE080-1AF0-1356-3299-80933D42640E}" dt="2025-08-14T09:49:28.384" v="146" actId="14100"/>
          <ac:spMkLst>
            <pc:docMk/>
            <pc:sldMk cId="2106977553" sldId="261"/>
            <ac:spMk id="3" creationId="{7BC72801-15D4-E186-C534-72926D18FEC4}"/>
          </ac:spMkLst>
        </pc:spChg>
        <pc:picChg chg="mod">
          <ac:chgData name="Redmond, Michael A" userId="S::mredmond@uiowa.edu::6b2689ca-cbb8-4f35-85b9-c472fe3ea77d" providerId="AD" clId="Web-{CD8FE080-1AF0-1356-3299-80933D42640E}" dt="2025-08-14T09:49:33.400" v="147" actId="14100"/>
          <ac:picMkLst>
            <pc:docMk/>
            <pc:sldMk cId="2106977553" sldId="261"/>
            <ac:picMk id="7" creationId="{B9DD47D9-2219-9682-ACD1-B2BE60F459BB}"/>
          </ac:picMkLst>
        </pc:picChg>
      </pc:sldChg>
      <pc:sldChg chg="modSp ord">
        <pc:chgData name="Redmond, Michael A" userId="S::mredmond@uiowa.edu::6b2689ca-cbb8-4f35-85b9-c472fe3ea77d" providerId="AD" clId="Web-{CD8FE080-1AF0-1356-3299-80933D42640E}" dt="2025-08-14T09:49:43.681" v="148"/>
        <pc:sldMkLst>
          <pc:docMk/>
          <pc:sldMk cId="363488498" sldId="262"/>
        </pc:sldMkLst>
        <pc:spChg chg="mod">
          <ac:chgData name="Redmond, Michael A" userId="S::mredmond@uiowa.edu::6b2689ca-cbb8-4f35-85b9-c472fe3ea77d" providerId="AD" clId="Web-{CD8FE080-1AF0-1356-3299-80933D42640E}" dt="2025-08-14T09:25:48.595" v="97" actId="14100"/>
          <ac:spMkLst>
            <pc:docMk/>
            <pc:sldMk cId="363488498" sldId="262"/>
            <ac:spMk id="3" creationId="{D0F58480-0021-1C28-0B17-D7ED2DEABFAF}"/>
          </ac:spMkLst>
        </pc:spChg>
        <pc:picChg chg="mod">
          <ac:chgData name="Redmond, Michael A" userId="S::mredmond@uiowa.edu::6b2689ca-cbb8-4f35-85b9-c472fe3ea77d" providerId="AD" clId="Web-{CD8FE080-1AF0-1356-3299-80933D42640E}" dt="2025-08-14T09:26:02.689" v="98" actId="1076"/>
          <ac:picMkLst>
            <pc:docMk/>
            <pc:sldMk cId="363488498" sldId="262"/>
            <ac:picMk id="5" creationId="{F20C4C42-BC85-4291-5AF2-5A88655DC9F4}"/>
          </ac:picMkLst>
        </pc:picChg>
      </pc:sldChg>
      <pc:sldChg chg="modSp">
        <pc:chgData name="Redmond, Michael A" userId="S::mredmond@uiowa.edu::6b2689ca-cbb8-4f35-85b9-c472fe3ea77d" providerId="AD" clId="Web-{CD8FE080-1AF0-1356-3299-80933D42640E}" dt="2025-08-14T09:07:42.615" v="60" actId="1076"/>
        <pc:sldMkLst>
          <pc:docMk/>
          <pc:sldMk cId="3047895403" sldId="263"/>
        </pc:sldMkLst>
        <pc:spChg chg="mod">
          <ac:chgData name="Redmond, Michael A" userId="S::mredmond@uiowa.edu::6b2689ca-cbb8-4f35-85b9-c472fe3ea77d" providerId="AD" clId="Web-{CD8FE080-1AF0-1356-3299-80933D42640E}" dt="2025-08-14T09:06:29.816" v="58" actId="20577"/>
          <ac:spMkLst>
            <pc:docMk/>
            <pc:sldMk cId="3047895403" sldId="263"/>
            <ac:spMk id="2" creationId="{C5F626C0-457E-716A-AB10-82754B12D40B}"/>
          </ac:spMkLst>
        </pc:spChg>
        <pc:picChg chg="mod">
          <ac:chgData name="Redmond, Michael A" userId="S::mredmond@uiowa.edu::6b2689ca-cbb8-4f35-85b9-c472fe3ea77d" providerId="AD" clId="Web-{CD8FE080-1AF0-1356-3299-80933D42640E}" dt="2025-08-14T09:07:42.615" v="60" actId="1076"/>
          <ac:picMkLst>
            <pc:docMk/>
            <pc:sldMk cId="3047895403" sldId="263"/>
            <ac:picMk id="5" creationId="{043F4988-C2A2-B678-BF5E-03DA3980D128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A5F0D-C1DC-412F-A146-DDB3A74B588F}" type="datetimeFigureOut">
              <a:rPr lang="en-US"/>
              <a:t>8/14/2025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E14B8-3CC9-472D-9BC5-A84D80684DE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7827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DE508-72C8-4AB5-AA9C-1584D31690E0}" type="datetimeFigureOut">
              <a:rPr lang="en-US"/>
              <a:t>8/14/2025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667E1-E601-4AAF-B95C-B25720D70A6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113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4424" y="579120"/>
            <a:ext cx="10811256" cy="1517904"/>
          </a:xfrm>
        </p:spPr>
        <p:txBody>
          <a:bodyPr anchor="b"/>
          <a:lstStyle>
            <a:lvl1pPr algn="ctr"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47003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4786604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-1" y="4786604"/>
            <a:ext cx="12188826" cy="2071396"/>
          </a:xfrm>
          <a:prstGeom prst="rect">
            <a:avLst/>
          </a:prstGeom>
          <a:solidFill>
            <a:schemeClr val="accent1">
              <a:alpha val="91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8784" y="5063350"/>
            <a:ext cx="10811256" cy="1517904"/>
          </a:xfrm>
        </p:spPr>
        <p:txBody>
          <a:bodyPr anchor="b"/>
          <a:lstStyle>
            <a:lvl1pPr algn="ctr"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391396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6291072" y="0"/>
            <a:ext cx="5900928" cy="6858000"/>
          </a:xfrm>
          <a:prstGeom prst="rect">
            <a:avLst/>
          </a:prstGeom>
          <a:solidFill>
            <a:schemeClr val="accent1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07264" y="455168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590039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Left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07264" y="455168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Picture Placeholder 2"/>
          <p:cNvSpPr>
            <a:spLocks noGrp="1"/>
          </p:cNvSpPr>
          <p:nvPr>
            <p:ph type="pic" idx="10"/>
          </p:nvPr>
        </p:nvSpPr>
        <p:spPr>
          <a:xfrm>
            <a:off x="6364705" y="0"/>
            <a:ext cx="5827295" cy="6858000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834084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6257544" y="1901952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5900928" cy="6858000"/>
          </a:xfrm>
          <a:prstGeom prst="rect">
            <a:avLst/>
          </a:prstGeom>
          <a:solidFill>
            <a:srgbClr val="FFCD00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13704" y="436506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197573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Right_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6257544" y="1901952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13704" y="436506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0" y="3368"/>
            <a:ext cx="5900928" cy="6858000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5921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61376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7961376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406884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61376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7961376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524730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593422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36992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484364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ntent_imgbackground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85750"/>
            <a:ext cx="12192000" cy="6217920"/>
          </a:xfrm>
          <a:prstGeom prst="rect">
            <a:avLst/>
          </a:prstGeom>
          <a:solidFill>
            <a:schemeClr val="bg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36992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226013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3296" y="1950720"/>
            <a:ext cx="4035552" cy="4123944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Picture Placeholder 2"/>
          <p:cNvSpPr>
            <a:spLocks noGrp="1"/>
          </p:cNvSpPr>
          <p:nvPr>
            <p:ph type="pic" idx="10"/>
          </p:nvPr>
        </p:nvSpPr>
        <p:spPr>
          <a:xfrm>
            <a:off x="4730620" y="1950721"/>
            <a:ext cx="4096388" cy="4123944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230561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9824" y="493776"/>
            <a:ext cx="4974336" cy="1505712"/>
          </a:xfrm>
        </p:spPr>
        <p:txBody>
          <a:bodyPr anchor="b">
            <a:normAutofit/>
          </a:bodyPr>
          <a:lstStyle>
            <a:lvl1pPr>
              <a:defRPr sz="44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6408" y="502920"/>
            <a:ext cx="4892040" cy="5843016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49824" y="2133600"/>
            <a:ext cx="4974336" cy="4212336"/>
          </a:xfrm>
        </p:spPr>
        <p:txBody>
          <a:bodyPr>
            <a:normAutofit/>
          </a:bodyPr>
          <a:lstStyle>
            <a:lvl1pPr marL="457200" indent="-457200">
              <a:spcBef>
                <a:spcPts val="1200"/>
              </a:spcBef>
              <a:buFont typeface="Arial" panose="020B0604020202020204" pitchFamily="34" charset="0"/>
              <a:buChar char="•"/>
              <a:defRPr sz="3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17346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55034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58368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3296" y="467360"/>
            <a:ext cx="8363712" cy="1233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3296" y="1901952"/>
            <a:ext cx="7485888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63760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5" r:id="rId2"/>
    <p:sldLayoutId id="2147483655" r:id="rId3"/>
    <p:sldLayoutId id="2147483666" r:id="rId4"/>
    <p:sldLayoutId id="2147483663" r:id="rId5"/>
    <p:sldLayoutId id="2147483667" r:id="rId6"/>
    <p:sldLayoutId id="2147483664" r:id="rId7"/>
    <p:sldLayoutId id="2147483662" r:id="rId8"/>
    <p:sldLayoutId id="2147483650" r:id="rId9"/>
    <p:sldLayoutId id="2147483661" r:id="rId10"/>
    <p:sldLayoutId id="2147483672" r:id="rId11"/>
    <p:sldLayoutId id="2147483660" r:id="rId12"/>
    <p:sldLayoutId id="2147483657" r:id="rId13"/>
    <p:sldLayoutId id="2147483670" r:id="rId14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itchFamily="34" charset="0"/>
        <a:buNone/>
        <a:defRPr sz="4800" b="1" kern="1200">
          <a:solidFill>
            <a:srgbClr val="000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SzPct val="80000"/>
        <a:buFont typeface="Arial" pitchFamily="34" charset="0"/>
        <a:buChar char="•"/>
        <a:defRPr sz="32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SzPct val="80000"/>
        <a:buFont typeface="Arial" pitchFamily="34" charset="0"/>
        <a:buChar char="•"/>
        <a:defRPr sz="28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4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0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0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626C0-457E-716A-AB10-82754B12D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96" y="467360"/>
            <a:ext cx="8392079" cy="2116228"/>
          </a:xfrm>
        </p:spPr>
        <p:txBody>
          <a:bodyPr/>
          <a:lstStyle/>
          <a:p>
            <a:r>
              <a:rPr lang="en-US">
                <a:latin typeface="Arial"/>
                <a:cs typeface="Arial"/>
              </a:rPr>
              <a:t>Data Programming </a:t>
            </a:r>
            <a:br>
              <a:rPr lang="en-US">
                <a:latin typeface="Arial"/>
                <a:cs typeface="Arial"/>
              </a:rPr>
            </a:br>
            <a:r>
              <a:rPr lang="en-US">
                <a:latin typeface="Arial"/>
                <a:cs typeface="Arial"/>
              </a:rPr>
              <a:t>in Python</a:t>
            </a:r>
            <a:br>
              <a:rPr lang="en-US">
                <a:latin typeface="Arial"/>
                <a:cs typeface="Arial"/>
              </a:rPr>
            </a:br>
            <a:r>
              <a:rPr lang="en-US">
                <a:latin typeface="Arial"/>
                <a:cs typeface="Arial"/>
              </a:rPr>
              <a:t>_________________</a:t>
            </a:r>
            <a:br>
              <a:rPr lang="en-US">
                <a:latin typeface="Arial"/>
                <a:cs typeface="Arial"/>
              </a:rPr>
            </a:br>
            <a:r>
              <a:rPr lang="en-US">
                <a:latin typeface="Arial"/>
                <a:cs typeface="Arial"/>
              </a:rPr>
              <a:t>Module 1 Overview</a:t>
            </a:r>
            <a:endParaRPr lang="en-US"/>
          </a:p>
        </p:txBody>
      </p:sp>
      <p:pic>
        <p:nvPicPr>
          <p:cNvPr id="5" name="Picture 4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043F4988-C2A2-B678-BF5E-03DA3980D1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139" y="2888232"/>
            <a:ext cx="4877612" cy="346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8954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04997-487F-5C91-7B70-C36C2FB5A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8B78B-F16B-CB91-3789-CE8BCBD44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376" y="108132"/>
            <a:ext cx="11391247" cy="1233424"/>
          </a:xfrm>
        </p:spPr>
        <p:txBody>
          <a:bodyPr/>
          <a:lstStyle/>
          <a:p>
            <a:r>
              <a:rPr lang="en-US"/>
              <a:t>BAIS 6040: Data Programming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58480-0021-1C28-0B17-D7ED2DEAB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190" y="1461080"/>
            <a:ext cx="5843541" cy="37232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Calibri"/>
                <a:ea typeface="Calibri"/>
                <a:cs typeface="Calibri"/>
              </a:rPr>
              <a:t>Module Objectives:</a:t>
            </a:r>
          </a:p>
          <a:p>
            <a:pPr marL="560070" indent="-514350">
              <a:buFont typeface="+mj-lt"/>
              <a:buAutoNum type="arabicPeriod"/>
            </a:pPr>
            <a:r>
              <a:rPr lang="en-US">
                <a:latin typeface="Calibri"/>
                <a:ea typeface="Calibri"/>
                <a:cs typeface="Calibri"/>
              </a:rPr>
              <a:t>Outline course objectives and expectations</a:t>
            </a:r>
            <a:endParaRPr lang="en-US">
              <a:ea typeface="Calibri"/>
            </a:endParaRPr>
          </a:p>
          <a:p>
            <a:pPr marL="560070" indent="-514350">
              <a:buFont typeface="+mj-lt"/>
              <a:buAutoNum type="arabicPeriod"/>
            </a:pPr>
            <a:r>
              <a:rPr lang="en-US">
                <a:latin typeface="Calibri"/>
                <a:ea typeface="Calibri"/>
                <a:cs typeface="Calibri"/>
              </a:rPr>
              <a:t>Cover utility of Python</a:t>
            </a:r>
            <a:endParaRPr lang="en-US">
              <a:ea typeface="Calibri"/>
            </a:endParaRPr>
          </a:p>
          <a:p>
            <a:pPr marL="560070" indent="-514350">
              <a:buFont typeface="+mj-lt"/>
              <a:buAutoNum type="arabicPeriod"/>
            </a:pPr>
            <a:r>
              <a:rPr lang="en-US">
                <a:latin typeface="Calibri"/>
                <a:ea typeface="Calibri"/>
                <a:cs typeface="Calibri"/>
              </a:rPr>
              <a:t>Interface of </a:t>
            </a:r>
            <a:r>
              <a:rPr lang="en-US" err="1">
                <a:latin typeface="Calibri"/>
                <a:ea typeface="Calibri"/>
                <a:cs typeface="Calibri"/>
              </a:rPr>
              <a:t>Jupyter</a:t>
            </a:r>
            <a:r>
              <a:rPr lang="en-US">
                <a:latin typeface="Calibri"/>
                <a:ea typeface="Calibri"/>
                <a:cs typeface="Calibri"/>
              </a:rPr>
              <a:t> Notebook</a:t>
            </a:r>
            <a:endParaRPr lang="en-US">
              <a:ea typeface="Calibri"/>
            </a:endParaRPr>
          </a:p>
          <a:p>
            <a:pPr marL="560070" indent="-514350">
              <a:buFont typeface="+mj-lt"/>
              <a:buAutoNum type="arabicPeriod"/>
            </a:pPr>
            <a:r>
              <a:rPr lang="en-US">
                <a:latin typeface="Calibri"/>
                <a:ea typeface="Calibri"/>
                <a:cs typeface="Calibri"/>
              </a:rPr>
              <a:t>Debugging and AI</a:t>
            </a:r>
            <a:endParaRPr lang="en-US">
              <a:ea typeface="Calibri"/>
            </a:endParaRPr>
          </a:p>
          <a:p>
            <a:pPr marL="560070" indent="-514350">
              <a:buFont typeface="+mj-lt"/>
              <a:buAutoNum type="arabicPeriod"/>
            </a:pPr>
            <a:endParaRPr lang="en-US"/>
          </a:p>
          <a:p>
            <a:pPr lvl="1"/>
            <a:endParaRPr lang="en-US"/>
          </a:p>
        </p:txBody>
      </p:sp>
      <p:pic>
        <p:nvPicPr>
          <p:cNvPr id="5" name="Graphic 4" descr="Presentation with checklist with solid fill">
            <a:extLst>
              <a:ext uri="{FF2B5EF4-FFF2-40B4-BE49-F238E27FC236}">
                <a16:creationId xmlns:a16="http://schemas.microsoft.com/office/drawing/2014/main" id="{F20C4C42-BC85-4291-5AF2-5A88655DC9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30255" y="5185334"/>
            <a:ext cx="1455964" cy="1455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884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81539-FC83-3EAF-D025-E45D5284A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376" y="163538"/>
            <a:ext cx="11391247" cy="1233424"/>
          </a:xfrm>
        </p:spPr>
        <p:txBody>
          <a:bodyPr/>
          <a:lstStyle/>
          <a:p>
            <a:r>
              <a:rPr lang="en-US"/>
              <a:t>BAIS 6040: Data Programming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72801-15D4-E186-C534-72926D18F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190" y="1400923"/>
            <a:ext cx="6281833" cy="308069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>
                <a:latin typeface="Calibri"/>
                <a:ea typeface="Calibri"/>
                <a:cs typeface="Calibri"/>
              </a:rPr>
              <a:t>In this module:</a:t>
            </a:r>
            <a:endParaRPr lang="en-US"/>
          </a:p>
          <a:p>
            <a:pPr lvl="1"/>
            <a:r>
              <a:rPr lang="en-US">
                <a:latin typeface="Calibri"/>
                <a:ea typeface="Calibri"/>
                <a:cs typeface="Calibri"/>
              </a:rPr>
              <a:t>Introduction to Python</a:t>
            </a:r>
            <a:endParaRPr lang="en-US">
              <a:ea typeface="Calibri"/>
            </a:endParaRPr>
          </a:p>
          <a:p>
            <a:pPr lvl="1"/>
            <a:r>
              <a:rPr lang="en-US">
                <a:latin typeface="Calibri"/>
                <a:ea typeface="Calibri"/>
                <a:cs typeface="Calibri"/>
              </a:rPr>
              <a:t>Introduction to Jupyter Notebook</a:t>
            </a:r>
            <a:endParaRPr lang="en-US">
              <a:ea typeface="Calibri"/>
            </a:endParaRPr>
          </a:p>
          <a:p>
            <a:pPr lvl="1"/>
            <a:r>
              <a:rPr lang="en-US">
                <a:latin typeface="Calibri"/>
                <a:ea typeface="Calibri"/>
                <a:cs typeface="Calibri"/>
              </a:rPr>
              <a:t>Data Types: Numbers and Strings</a:t>
            </a:r>
            <a:endParaRPr lang="en-US">
              <a:ea typeface="Calibri"/>
            </a:endParaRPr>
          </a:p>
          <a:p>
            <a:pPr lvl="1"/>
            <a:r>
              <a:rPr lang="en-US">
                <a:latin typeface="Calibri"/>
                <a:ea typeface="Calibri"/>
                <a:cs typeface="Calibri"/>
              </a:rPr>
              <a:t>Artificial Intelligence</a:t>
            </a:r>
            <a:endParaRPr lang="en-US">
              <a:ea typeface="Calibri"/>
            </a:endParaRPr>
          </a:p>
          <a:p>
            <a:pPr lvl="1"/>
            <a:r>
              <a:rPr lang="en-US">
                <a:latin typeface="Calibri"/>
                <a:ea typeface="Calibri"/>
                <a:cs typeface="Calibri"/>
              </a:rPr>
              <a:t>Debugging</a:t>
            </a:r>
            <a:endParaRPr lang="en-US">
              <a:ea typeface="Calibri"/>
            </a:endParaRPr>
          </a:p>
          <a:p>
            <a:pPr lvl="1"/>
            <a:endParaRPr lang="en-US"/>
          </a:p>
        </p:txBody>
      </p:sp>
      <p:pic>
        <p:nvPicPr>
          <p:cNvPr id="7" name="Picture 6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B9DD47D9-2219-9682-ACD1-B2BE60F459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437" y="4355237"/>
            <a:ext cx="2740478" cy="2035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9775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anded Design UI Gold 16x9">
  <a:themeElements>
    <a:clrScheme name="Custom 8">
      <a:dk1>
        <a:srgbClr val="363D3D"/>
      </a:dk1>
      <a:lt1>
        <a:srgbClr val="FFFFFF"/>
      </a:lt1>
      <a:dk2>
        <a:srgbClr val="363D3D"/>
      </a:dk2>
      <a:lt2>
        <a:srgbClr val="FFFFFF"/>
      </a:lt2>
      <a:accent1>
        <a:srgbClr val="FFCD00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2077AF"/>
      </a:hlink>
      <a:folHlink>
        <a:srgbClr val="5172B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c PPT template_gold.potx" id="{D77CC452-3B11-4F5F-AC01-9266D778C52B}" vid="{B6B685E6-6507-41C4-8F51-F666E587A819}"/>
    </a:ext>
  </a:extLst>
</a:theme>
</file>

<file path=ppt/theme/theme2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572D36BEF32645AB4FF4C3BBA602A9" ma:contentTypeVersion="18" ma:contentTypeDescription="Create a new document." ma:contentTypeScope="" ma:versionID="a2fdd967d0bfba76bbaaa1457400fb70">
  <xsd:schema xmlns:xsd="http://www.w3.org/2001/XMLSchema" xmlns:xs="http://www.w3.org/2001/XMLSchema" xmlns:p="http://schemas.microsoft.com/office/2006/metadata/properties" xmlns:ns2="1b4706cf-24a0-4353-bfeb-a98fa76d7afc" xmlns:ns3="b9286174-cad1-47e1-a8b3-1de48f4e7418" targetNamespace="http://schemas.microsoft.com/office/2006/metadata/properties" ma:root="true" ma:fieldsID="f1e56aa687d71246941e0b861f9079fd" ns2:_="" ns3:_="">
    <xsd:import namespace="1b4706cf-24a0-4353-bfeb-a98fa76d7afc"/>
    <xsd:import namespace="b9286174-cad1-47e1-a8b3-1de48f4e741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4706cf-24a0-4353-bfeb-a98fa76d7af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ca395bf8-9c57-4ac0-8f2e-cccb47a0700a}" ma:internalName="TaxCatchAll" ma:showField="CatchAllData" ma:web="1b4706cf-24a0-4353-bfeb-a98fa76d7a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286174-cad1-47e1-a8b3-1de48f4e7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8af9f51b-2984-4022-8acc-3c23a99e8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9286174-cad1-47e1-a8b3-1de48f4e7418">
      <Terms xmlns="http://schemas.microsoft.com/office/infopath/2007/PartnerControls"/>
    </lcf76f155ced4ddcb4097134ff3c332f>
    <TaxCatchAll xmlns="1b4706cf-24a0-4353-bfeb-a98fa76d7af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D64A0D2-6765-46E1-804F-9C2CF808CADB}">
  <ds:schemaRefs>
    <ds:schemaRef ds:uri="1b4706cf-24a0-4353-bfeb-a98fa76d7afc"/>
    <ds:schemaRef ds:uri="b9286174-cad1-47e1-a8b3-1de48f4e741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BD17430-6E73-4068-A80B-A03F106C56A9}">
  <ds:schemaRefs>
    <ds:schemaRef ds:uri="1b4706cf-24a0-4353-bfeb-a98fa76d7afc"/>
    <ds:schemaRef ds:uri="b9286174-cad1-47e1-a8b3-1de48f4e741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FF29CE7-16A8-4B0E-B4FA-2A982F4527D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MBA PPT template_gold(2)</Template>
  <Application>Microsoft Office PowerPoint</Application>
  <PresentationFormat>Widescreen</PresentationFormat>
  <Slides>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Banded Design UI Gold 16x9</vt:lpstr>
      <vt:lpstr>Data Programming  in Python _________________ Module 1 Overview</vt:lpstr>
      <vt:lpstr>BAIS 6040: Data Programming in Python</vt:lpstr>
      <vt:lpstr>BAIS 6040: Data Programming in Python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Redmond, Michael A</dc:creator>
  <cp:keywords/>
  <cp:revision>1</cp:revision>
  <dcterms:created xsi:type="dcterms:W3CDTF">2025-07-14T11:21:17Z</dcterms:created>
  <dcterms:modified xsi:type="dcterms:W3CDTF">2025-08-14T09:50:30Z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TC028952549991</vt:lpwstr>
  </property>
  <property fmtid="{D5CDD505-2E9C-101B-9397-08002B2CF9AE}" pid="3" name="ContentTypeId">
    <vt:lpwstr>0x010100BA572D36BEF32645AB4FF4C3BBA602A9</vt:lpwstr>
  </property>
  <property fmtid="{D5CDD505-2E9C-101B-9397-08002B2CF9AE}" pid="4" name="MediaServiceImageTags">
    <vt:lpwstr/>
  </property>
</Properties>
</file>