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8"/>
  </p:notesMasterIdLst>
  <p:handoutMasterIdLst>
    <p:handoutMasterId r:id="rId9"/>
  </p:handoutMasterIdLst>
  <p:sldIdLst>
    <p:sldId id="263" r:id="rId5"/>
    <p:sldId id="264" r:id="rId6"/>
    <p:sldId id="265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3840" userDrawn="1">
          <p15:clr>
            <a:srgbClr val="A4A3A4"/>
          </p15:clr>
        </p15:guide>
        <p15:guide id="2" orient="horz" pos="216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00"/>
    <a:srgbClr val="FFCD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B301B821-A1FF-4177-AEE7-76D212191A09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>
        <p:guide pos="3840"/>
        <p:guide orient="horz" pos="216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theme" Target="theme/theme1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viewProps" Target="viewProps.xml"/><Relationship Id="rId5" Type="http://schemas.openxmlformats.org/officeDocument/2006/relationships/slide" Target="slides/slide1.xml"/><Relationship Id="rId10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handoutMaster" Target="handoutMasters/handoutMaster1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acyn Goebel" userId="99479511-35b1-4688-969f-6a84e611147c" providerId="ADAL" clId="{9D8FE9D8-8603-403B-A64D-317B8942BA34}"/>
    <pc:docChg chg="custSel mod modSld modMainMaster">
      <pc:chgData name="Jacyn Goebel" userId="99479511-35b1-4688-969f-6a84e611147c" providerId="ADAL" clId="{9D8FE9D8-8603-403B-A64D-317B8942BA34}" dt="2026-01-18T19:21:39.532" v="34" actId="20577"/>
      <pc:docMkLst>
        <pc:docMk/>
      </pc:docMkLst>
      <pc:sldChg chg="modSp mod">
        <pc:chgData name="Jacyn Goebel" userId="99479511-35b1-4688-969f-6a84e611147c" providerId="ADAL" clId="{9D8FE9D8-8603-403B-A64D-317B8942BA34}" dt="2026-01-18T19:21:39.532" v="34" actId="20577"/>
        <pc:sldMkLst>
          <pc:docMk/>
          <pc:sldMk cId="830856623" sldId="265"/>
        </pc:sldMkLst>
        <pc:spChg chg="mod">
          <ac:chgData name="Jacyn Goebel" userId="99479511-35b1-4688-969f-6a84e611147c" providerId="ADAL" clId="{9D8FE9D8-8603-403B-A64D-317B8942BA34}" dt="2026-01-18T19:21:39.532" v="34" actId="20577"/>
          <ac:spMkLst>
            <pc:docMk/>
            <pc:sldMk cId="830856623" sldId="265"/>
            <ac:spMk id="3" creationId="{6CFCE9CA-4195-F552-C3D9-66343EBF0D47}"/>
          </ac:spMkLst>
        </pc:spChg>
      </pc:sldChg>
      <pc:sldMasterChg chg="addSp mod">
        <pc:chgData name="Jacyn Goebel" userId="99479511-35b1-4688-969f-6a84e611147c" providerId="ADAL" clId="{9D8FE9D8-8603-403B-A64D-317B8942BA34}" dt="2026-01-18T19:20:53.188" v="0" actId="33475"/>
        <pc:sldMasterMkLst>
          <pc:docMk/>
          <pc:sldMasterMk cId="2563760958" sldId="2147483648"/>
        </pc:sldMasterMkLst>
        <pc:spChg chg="add">
          <ac:chgData name="Jacyn Goebel" userId="99479511-35b1-4688-969f-6a84e611147c" providerId="ADAL" clId="{9D8FE9D8-8603-403B-A64D-317B8942BA34}" dt="2026-01-18T19:20:53.188" v="0" actId="33475"/>
          <ac:spMkLst>
            <pc:docMk/>
            <pc:sldMasterMk cId="2563760958" sldId="2147483648"/>
            <ac:spMk id="5" creationId="{C984BCA0-25EA-F743-3BFE-C1379D28B66B}"/>
          </ac:spMkLst>
        </pc:spChg>
      </pc:sldMaster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0EA5F0D-C1DC-412F-A146-DDB3A74B588F}" type="datetimeFigureOut">
              <a:rPr lang="en-US"/>
              <a:t>1/18/2026</a:t>
            </a:fld>
            <a:endParaRPr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BAE14B8-3CC9-472D-9BC5-A84D80684DE2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57782754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8CDE508-72C8-4AB5-AA9C-1584D31690E0}" type="datetimeFigureOut">
              <a:rPr lang="en-US"/>
              <a:t>1/18/2026</a:t>
            </a:fld>
            <a:endParaRPr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0861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FB667E1-E601-4AAF-B95C-B25720D70A60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7111367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_Title Slide">
    <p:bg>
      <p:bgPr>
        <a:gradFill flip="none" rotWithShape="1">
          <a:gsLst>
            <a:gs pos="0">
              <a:schemeClr val="accent1">
                <a:lumMod val="0"/>
                <a:lumOff val="100000"/>
              </a:schemeClr>
            </a:gs>
            <a:gs pos="35000">
              <a:schemeClr val="accent1">
                <a:lumMod val="0"/>
                <a:lumOff val="100000"/>
              </a:schemeClr>
            </a:gs>
            <a:gs pos="100000">
              <a:schemeClr val="accent1">
                <a:lumMod val="100000"/>
              </a:schemeClr>
            </a:gs>
          </a:gsLst>
          <a:path path="circle">
            <a:fillToRect l="50000" t="-80000" r="50000" b="18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344424" y="579120"/>
            <a:ext cx="10811256" cy="1517904"/>
          </a:xfrm>
        </p:spPr>
        <p:txBody>
          <a:bodyPr anchor="b"/>
          <a:lstStyle>
            <a:lvl1pPr algn="ctr">
              <a:defRPr sz="48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90470034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2"/>
          <p:cNvSpPr>
            <a:spLocks noGrp="1"/>
          </p:cNvSpPr>
          <p:nvPr>
            <p:ph type="pic" idx="1"/>
          </p:nvPr>
        </p:nvSpPr>
        <p:spPr>
          <a:xfrm>
            <a:off x="0" y="0"/>
            <a:ext cx="12192000" cy="4786604"/>
          </a:xfrm>
          <a:noFill/>
        </p:spPr>
        <p:txBody>
          <a:bodyPr/>
          <a:lstStyle>
            <a:lvl1pPr marL="0" indent="0" algn="ctr">
              <a:buNone/>
              <a:defRPr sz="3200">
                <a:solidFill>
                  <a:srgbClr val="000000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-1" y="4786604"/>
            <a:ext cx="12188826" cy="2071396"/>
          </a:xfrm>
          <a:prstGeom prst="rect">
            <a:avLst/>
          </a:prstGeom>
          <a:solidFill>
            <a:schemeClr val="accent1">
              <a:alpha val="91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688784" y="5063350"/>
            <a:ext cx="10811256" cy="1517904"/>
          </a:xfrm>
        </p:spPr>
        <p:txBody>
          <a:bodyPr anchor="b"/>
          <a:lstStyle>
            <a:lvl1pPr algn="ctr">
              <a:defRPr sz="48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9391396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ntent_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 userDrawn="1"/>
        </p:nvSpPr>
        <p:spPr>
          <a:xfrm>
            <a:off x="6291072" y="0"/>
            <a:ext cx="5900928" cy="6858000"/>
          </a:xfrm>
          <a:prstGeom prst="rect">
            <a:avLst/>
          </a:prstGeom>
          <a:solidFill>
            <a:schemeClr val="accent1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itle 1"/>
          <p:cNvSpPr>
            <a:spLocks noGrp="1"/>
          </p:cNvSpPr>
          <p:nvPr>
            <p:ph type="title" hasCustomPrompt="1"/>
          </p:nvPr>
        </p:nvSpPr>
        <p:spPr>
          <a:xfrm>
            <a:off x="207264" y="455168"/>
            <a:ext cx="5669280" cy="1233424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Content Placeholder 2"/>
          <p:cNvSpPr>
            <a:spLocks noGrp="1"/>
          </p:cNvSpPr>
          <p:nvPr>
            <p:ph idx="1"/>
          </p:nvPr>
        </p:nvSpPr>
        <p:spPr>
          <a:xfrm>
            <a:off x="451104" y="1889760"/>
            <a:ext cx="5425440" cy="460857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5590039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ntent_Left_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 hasCustomPrompt="1"/>
          </p:nvPr>
        </p:nvSpPr>
        <p:spPr>
          <a:xfrm>
            <a:off x="207264" y="455168"/>
            <a:ext cx="5669280" cy="1233424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Content Placeholder 2"/>
          <p:cNvSpPr>
            <a:spLocks noGrp="1"/>
          </p:cNvSpPr>
          <p:nvPr>
            <p:ph idx="1"/>
          </p:nvPr>
        </p:nvSpPr>
        <p:spPr>
          <a:xfrm>
            <a:off x="451104" y="1889760"/>
            <a:ext cx="5425440" cy="460857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Picture Placeholder 2"/>
          <p:cNvSpPr>
            <a:spLocks noGrp="1"/>
          </p:cNvSpPr>
          <p:nvPr>
            <p:ph type="pic" idx="10"/>
          </p:nvPr>
        </p:nvSpPr>
        <p:spPr>
          <a:xfrm>
            <a:off x="6364705" y="0"/>
            <a:ext cx="5827295" cy="6858000"/>
          </a:xfrm>
          <a:noFill/>
        </p:spPr>
        <p:txBody>
          <a:bodyPr/>
          <a:lstStyle>
            <a:lvl1pPr marL="0" indent="0" algn="ctr">
              <a:buNone/>
              <a:defRPr sz="3200">
                <a:solidFill>
                  <a:srgbClr val="000000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4834084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ntent_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2"/>
          <p:cNvSpPr>
            <a:spLocks noGrp="1"/>
          </p:cNvSpPr>
          <p:nvPr>
            <p:ph idx="10"/>
          </p:nvPr>
        </p:nvSpPr>
        <p:spPr>
          <a:xfrm>
            <a:off x="6257544" y="1901952"/>
            <a:ext cx="5425440" cy="460857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8" name="Rectangle 7"/>
          <p:cNvSpPr/>
          <p:nvPr userDrawn="1"/>
        </p:nvSpPr>
        <p:spPr>
          <a:xfrm>
            <a:off x="0" y="0"/>
            <a:ext cx="5900928" cy="6858000"/>
          </a:xfrm>
          <a:prstGeom prst="rect">
            <a:avLst/>
          </a:prstGeom>
          <a:solidFill>
            <a:srgbClr val="FFCD00">
              <a:alpha val="9098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itle 1"/>
          <p:cNvSpPr>
            <a:spLocks noGrp="1"/>
          </p:cNvSpPr>
          <p:nvPr>
            <p:ph type="title" hasCustomPrompt="1"/>
          </p:nvPr>
        </p:nvSpPr>
        <p:spPr>
          <a:xfrm>
            <a:off x="6013704" y="436506"/>
            <a:ext cx="5669280" cy="1233424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2197573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ntent_Right_Im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2"/>
          <p:cNvSpPr>
            <a:spLocks noGrp="1"/>
          </p:cNvSpPr>
          <p:nvPr>
            <p:ph idx="10"/>
          </p:nvPr>
        </p:nvSpPr>
        <p:spPr>
          <a:xfrm>
            <a:off x="6257544" y="1901952"/>
            <a:ext cx="5425440" cy="460857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6" name="Title 1"/>
          <p:cNvSpPr>
            <a:spLocks noGrp="1"/>
          </p:cNvSpPr>
          <p:nvPr>
            <p:ph type="title" hasCustomPrompt="1"/>
          </p:nvPr>
        </p:nvSpPr>
        <p:spPr>
          <a:xfrm>
            <a:off x="6013704" y="436506"/>
            <a:ext cx="5669280" cy="1233424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Picture Placeholder 2"/>
          <p:cNvSpPr>
            <a:spLocks noGrp="1"/>
          </p:cNvSpPr>
          <p:nvPr>
            <p:ph type="pic" idx="1"/>
          </p:nvPr>
        </p:nvSpPr>
        <p:spPr>
          <a:xfrm>
            <a:off x="0" y="3368"/>
            <a:ext cx="5900928" cy="6858000"/>
          </a:xfrm>
          <a:noFill/>
        </p:spPr>
        <p:txBody>
          <a:bodyPr/>
          <a:lstStyle>
            <a:lvl1pPr marL="0" indent="0" algn="ctr">
              <a:buNone/>
              <a:defRPr sz="3200">
                <a:solidFill>
                  <a:srgbClr val="000000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45921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4_Conten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>
              <a:alpha val="91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451104" y="455168"/>
            <a:ext cx="7961376" cy="1233424"/>
          </a:xfrm>
        </p:spPr>
        <p:txBody>
          <a:bodyPr/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7" name="Content Placeholder 2"/>
          <p:cNvSpPr>
            <a:spLocks noGrp="1"/>
          </p:cNvSpPr>
          <p:nvPr>
            <p:ph idx="1"/>
          </p:nvPr>
        </p:nvSpPr>
        <p:spPr>
          <a:xfrm>
            <a:off x="451104" y="1889760"/>
            <a:ext cx="7961376" cy="412762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0406884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451104" y="455168"/>
            <a:ext cx="7961376" cy="1233424"/>
          </a:xfrm>
        </p:spPr>
        <p:txBody>
          <a:bodyPr/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7" name="Content Placeholder 2"/>
          <p:cNvSpPr>
            <a:spLocks noGrp="1"/>
          </p:cNvSpPr>
          <p:nvPr>
            <p:ph idx="1"/>
          </p:nvPr>
        </p:nvSpPr>
        <p:spPr>
          <a:xfrm>
            <a:off x="451104" y="1889760"/>
            <a:ext cx="7961376" cy="412762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4524730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4" name="Content Placeholder 2"/>
          <p:cNvSpPr>
            <a:spLocks noGrp="1"/>
          </p:cNvSpPr>
          <p:nvPr>
            <p:ph idx="1"/>
          </p:nvPr>
        </p:nvSpPr>
        <p:spPr>
          <a:xfrm>
            <a:off x="463296" y="1901952"/>
            <a:ext cx="7485888" cy="412762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41593422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0" y="0"/>
            <a:ext cx="12188826" cy="27432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/>
          </a:p>
        </p:txBody>
      </p:sp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451104" y="455168"/>
            <a:ext cx="7936992" cy="1233424"/>
          </a:xfrm>
        </p:spPr>
        <p:txBody>
          <a:bodyPr/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8" name="Content Placeholder 2"/>
          <p:cNvSpPr>
            <a:spLocks noGrp="1"/>
          </p:cNvSpPr>
          <p:nvPr>
            <p:ph idx="1"/>
          </p:nvPr>
        </p:nvSpPr>
        <p:spPr>
          <a:xfrm>
            <a:off x="463296" y="1901952"/>
            <a:ext cx="7485888" cy="412762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4484364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6_Content_imgbackground">
    <p:bg>
      <p:bgPr>
        <a:blipFill dpi="0" rotWithShape="1">
          <a:blip r:embed="rId2">
            <a:lum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</a:extLst>
          </a:blip>
          <a:srcRect/>
          <a:stretch>
            <a:fillRect l="-5000" r="-5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 userDrawn="1"/>
        </p:nvSpPr>
        <p:spPr>
          <a:xfrm>
            <a:off x="0" y="285750"/>
            <a:ext cx="12192000" cy="6217920"/>
          </a:xfrm>
          <a:prstGeom prst="rect">
            <a:avLst/>
          </a:prstGeom>
          <a:solidFill>
            <a:schemeClr val="bg1">
              <a:alpha val="91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Content Placeholder 2"/>
          <p:cNvSpPr>
            <a:spLocks noGrp="1"/>
          </p:cNvSpPr>
          <p:nvPr>
            <p:ph idx="1"/>
          </p:nvPr>
        </p:nvSpPr>
        <p:spPr>
          <a:xfrm>
            <a:off x="463296" y="1901952"/>
            <a:ext cx="7485888" cy="412762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451104" y="455168"/>
            <a:ext cx="7936992" cy="1233424"/>
          </a:xfrm>
        </p:spPr>
        <p:txBody>
          <a:bodyPr/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8226013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63296" y="1950720"/>
            <a:ext cx="4035552" cy="4123944"/>
          </a:xfrm>
        </p:spPr>
        <p:txBody>
          <a:bodyPr>
            <a:normAutofit/>
          </a:bodyPr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Picture Placeholder 2"/>
          <p:cNvSpPr>
            <a:spLocks noGrp="1"/>
          </p:cNvSpPr>
          <p:nvPr>
            <p:ph type="pic" idx="10"/>
          </p:nvPr>
        </p:nvSpPr>
        <p:spPr>
          <a:xfrm>
            <a:off x="4730620" y="1950721"/>
            <a:ext cx="4096388" cy="4123944"/>
          </a:xfrm>
          <a:noFill/>
        </p:spPr>
        <p:txBody>
          <a:bodyPr/>
          <a:lstStyle>
            <a:lvl1pPr marL="0" indent="0" algn="ctr">
              <a:buNone/>
              <a:defRPr sz="3200">
                <a:solidFill>
                  <a:srgbClr val="000000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9230561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49824" y="493776"/>
            <a:ext cx="4974336" cy="1505712"/>
          </a:xfrm>
        </p:spPr>
        <p:txBody>
          <a:bodyPr anchor="b">
            <a:normAutofit/>
          </a:bodyPr>
          <a:lstStyle>
            <a:lvl1pPr>
              <a:defRPr sz="4400" b="1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16408" y="502920"/>
            <a:ext cx="4892040" cy="5843016"/>
          </a:xfrm>
          <a:noFill/>
        </p:spPr>
        <p:txBody>
          <a:bodyPr/>
          <a:lstStyle>
            <a:lvl1pPr marL="0" indent="0" algn="ctr">
              <a:buNone/>
              <a:defRPr sz="3200">
                <a:solidFill>
                  <a:srgbClr val="000000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449824" y="2133600"/>
            <a:ext cx="4974336" cy="4212336"/>
          </a:xfrm>
        </p:spPr>
        <p:txBody>
          <a:bodyPr>
            <a:normAutofit/>
          </a:bodyPr>
          <a:lstStyle>
            <a:lvl1pPr marL="457200" indent="-457200">
              <a:spcBef>
                <a:spcPts val="1200"/>
              </a:spcBef>
              <a:buFont typeface="Arial" panose="020B0604020202020204" pitchFamily="34" charset="0"/>
              <a:buChar char="•"/>
              <a:defRPr sz="3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3717346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0550346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6583680"/>
            <a:ext cx="12188826" cy="27432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63296" y="467360"/>
            <a:ext cx="8363712" cy="123342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3296" y="1901952"/>
            <a:ext cx="7485888" cy="412762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984BCA0-25EA-F743-3BFE-C1379D28B66B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11356975" y="6642100"/>
            <a:ext cx="796925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US" sz="1000">
                <a:solidFill>
                  <a:srgbClr val="FF0000">
                    <a:alpha val="50000"/>
                  </a:srgbClr>
                </a:solidFill>
                <a:latin typeface="Aptos" panose="020B0004020202020204" pitchFamily="34" charset="0"/>
              </a:rPr>
              <a:t>Company Use</a:t>
            </a:r>
          </a:p>
        </p:txBody>
      </p:sp>
    </p:spTree>
    <p:extLst>
      <p:ext uri="{BB962C8B-B14F-4D97-AF65-F5344CB8AC3E}">
        <p14:creationId xmlns:p14="http://schemas.microsoft.com/office/powerpoint/2010/main" val="25637609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1" r:id="rId1"/>
    <p:sldLayoutId id="2147483665" r:id="rId2"/>
    <p:sldLayoutId id="2147483655" r:id="rId3"/>
    <p:sldLayoutId id="2147483666" r:id="rId4"/>
    <p:sldLayoutId id="2147483663" r:id="rId5"/>
    <p:sldLayoutId id="2147483667" r:id="rId6"/>
    <p:sldLayoutId id="2147483664" r:id="rId7"/>
    <p:sldLayoutId id="2147483662" r:id="rId8"/>
    <p:sldLayoutId id="2147483650" r:id="rId9"/>
    <p:sldLayoutId id="2147483661" r:id="rId10"/>
    <p:sldLayoutId id="2147483672" r:id="rId11"/>
    <p:sldLayoutId id="2147483660" r:id="rId12"/>
    <p:sldLayoutId id="2147483657" r:id="rId13"/>
    <p:sldLayoutId id="2147483670" r:id="rId14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sldNum="0" hdr="0" ftr="0" dt="0"/>
  <p:txStyles>
    <p:titleStyle>
      <a:lvl1pPr marL="0" indent="0" algn="l" defTabSz="914400" rtl="0" eaLnBrk="1" latinLnBrk="0" hangingPunct="1">
        <a:lnSpc>
          <a:spcPct val="90000"/>
        </a:lnSpc>
        <a:spcBef>
          <a:spcPct val="0"/>
        </a:spcBef>
        <a:buFont typeface="Arial" pitchFamily="34" charset="0"/>
        <a:buNone/>
        <a:defRPr sz="4800" b="1" kern="1200">
          <a:solidFill>
            <a:srgbClr val="000000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74320" indent="-228600" algn="l" defTabSz="914400" rtl="0" eaLnBrk="1" latinLnBrk="0" hangingPunct="1">
        <a:lnSpc>
          <a:spcPct val="90000"/>
        </a:lnSpc>
        <a:spcBef>
          <a:spcPts val="1800"/>
        </a:spcBef>
        <a:buSzPct val="80000"/>
        <a:buFont typeface="Arial" pitchFamily="34" charset="0"/>
        <a:buChar char="•"/>
        <a:defRPr sz="3200" kern="1200">
          <a:solidFill>
            <a:srgbClr val="000000"/>
          </a:solidFill>
          <a:latin typeface="Calibri" panose="020F0502020204030204" pitchFamily="34" charset="0"/>
          <a:ea typeface="+mn-ea"/>
          <a:cs typeface="Calibri" panose="020F0502020204030204" pitchFamily="34" charset="0"/>
        </a:defRPr>
      </a:lvl1pPr>
      <a:lvl2pPr marL="594360" indent="-228600" algn="l" defTabSz="914400" rtl="0" eaLnBrk="1" latinLnBrk="0" hangingPunct="1">
        <a:lnSpc>
          <a:spcPct val="90000"/>
        </a:lnSpc>
        <a:spcBef>
          <a:spcPts val="1000"/>
        </a:spcBef>
        <a:buSzPct val="80000"/>
        <a:buFont typeface="Arial" pitchFamily="34" charset="0"/>
        <a:buChar char="•"/>
        <a:defRPr sz="2800" kern="1200">
          <a:solidFill>
            <a:srgbClr val="000000"/>
          </a:solidFill>
          <a:latin typeface="Calibri" panose="020F0502020204030204" pitchFamily="34" charset="0"/>
          <a:ea typeface="+mn-ea"/>
          <a:cs typeface="Calibri" panose="020F0502020204030204" pitchFamily="34" charset="0"/>
        </a:defRPr>
      </a:lvl2pPr>
      <a:lvl3pPr marL="914400" indent="-228600" algn="l" defTabSz="914400" rtl="0" eaLnBrk="1" latinLnBrk="0" hangingPunct="1">
        <a:lnSpc>
          <a:spcPct val="90000"/>
        </a:lnSpc>
        <a:spcBef>
          <a:spcPts val="800"/>
        </a:spcBef>
        <a:buSzPct val="80000"/>
        <a:buFont typeface="Arial" pitchFamily="34" charset="0"/>
        <a:buChar char="•"/>
        <a:defRPr sz="2400" kern="1200">
          <a:solidFill>
            <a:srgbClr val="000000"/>
          </a:solidFill>
          <a:latin typeface="Calibri" panose="020F0502020204030204" pitchFamily="34" charset="0"/>
          <a:ea typeface="+mn-ea"/>
          <a:cs typeface="Calibri" panose="020F0502020204030204" pitchFamily="34" charset="0"/>
        </a:defRPr>
      </a:lvl3pPr>
      <a:lvl4pPr marL="1234440" indent="-228600" algn="l" defTabSz="914400" rtl="0" eaLnBrk="1" latinLnBrk="0" hangingPunct="1">
        <a:lnSpc>
          <a:spcPct val="90000"/>
        </a:lnSpc>
        <a:spcBef>
          <a:spcPts val="800"/>
        </a:spcBef>
        <a:buSzPct val="80000"/>
        <a:buFont typeface="Arial" pitchFamily="34" charset="0"/>
        <a:buChar char="•"/>
        <a:defRPr sz="2000" kern="1200">
          <a:solidFill>
            <a:srgbClr val="000000"/>
          </a:solidFill>
          <a:latin typeface="Calibri" panose="020F0502020204030204" pitchFamily="34" charset="0"/>
          <a:ea typeface="+mn-ea"/>
          <a:cs typeface="Calibri" panose="020F0502020204030204" pitchFamily="34" charset="0"/>
        </a:defRPr>
      </a:lvl4pPr>
      <a:lvl5pPr marL="1554480" indent="-228600" algn="l" defTabSz="914400" rtl="0" eaLnBrk="1" latinLnBrk="0" hangingPunct="1">
        <a:lnSpc>
          <a:spcPct val="90000"/>
        </a:lnSpc>
        <a:spcBef>
          <a:spcPts val="800"/>
        </a:spcBef>
        <a:buSzPct val="80000"/>
        <a:buFont typeface="Arial" pitchFamily="34" charset="0"/>
        <a:buChar char="•"/>
        <a:defRPr sz="2000" kern="1200">
          <a:solidFill>
            <a:srgbClr val="000000"/>
          </a:solidFill>
          <a:latin typeface="Calibri" panose="020F0502020204030204" pitchFamily="34" charset="0"/>
          <a:ea typeface="+mn-ea"/>
          <a:cs typeface="Calibri" panose="020F0502020204030204" pitchFamily="34" charset="0"/>
        </a:defRPr>
      </a:lvl5pPr>
      <a:lvl6pPr marL="1874520" indent="-228600" algn="l" defTabSz="914400" rtl="0" eaLnBrk="1" latinLnBrk="0" hangingPunct="1">
        <a:lnSpc>
          <a:spcPct val="90000"/>
        </a:lnSpc>
        <a:spcBef>
          <a:spcPts val="800"/>
        </a:spcBef>
        <a:buFont typeface="Arial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194560" indent="-228600" algn="l" defTabSz="914400" rtl="0" eaLnBrk="1" latinLnBrk="0" hangingPunct="1">
        <a:lnSpc>
          <a:spcPct val="90000"/>
        </a:lnSpc>
        <a:spcBef>
          <a:spcPts val="800"/>
        </a:spcBef>
        <a:buFont typeface="Arial" pitchFamily="34" charset="0"/>
        <a:buChar char="•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514600" indent="-228600" algn="l" defTabSz="914400" rtl="0" eaLnBrk="1" latinLnBrk="0" hangingPunct="1">
        <a:lnSpc>
          <a:spcPct val="90000"/>
        </a:lnSpc>
        <a:spcBef>
          <a:spcPts val="800"/>
        </a:spcBef>
        <a:buFont typeface="Arial" pitchFamily="34" charset="0"/>
        <a:buChar char="•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2834640" indent="-228600" algn="l" defTabSz="914400" rtl="0" eaLnBrk="1" latinLnBrk="0" hangingPunct="1">
        <a:lnSpc>
          <a:spcPct val="90000"/>
        </a:lnSpc>
        <a:spcBef>
          <a:spcPts val="800"/>
        </a:spcBef>
        <a:buFont typeface="Arial" pitchFamily="34" charset="0"/>
        <a:buChar char="•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9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9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F626C0-457E-716A-AB10-82754B12D4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3296" y="467360"/>
            <a:ext cx="8392079" cy="2116228"/>
          </a:xfrm>
        </p:spPr>
        <p:txBody>
          <a:bodyPr/>
          <a:lstStyle/>
          <a:p>
            <a:r>
              <a:rPr lang="en-US" dirty="0">
                <a:latin typeface="Arial"/>
                <a:cs typeface="Arial"/>
              </a:rPr>
              <a:t>Data Programming </a:t>
            </a:r>
            <a:br>
              <a:rPr lang="en-US" dirty="0">
                <a:latin typeface="Arial"/>
                <a:cs typeface="Arial"/>
              </a:rPr>
            </a:br>
            <a:r>
              <a:rPr lang="en-US" dirty="0">
                <a:latin typeface="Arial"/>
                <a:cs typeface="Arial"/>
              </a:rPr>
              <a:t>in Python</a:t>
            </a:r>
            <a:br>
              <a:rPr lang="en-US" dirty="0">
                <a:latin typeface="Arial"/>
                <a:cs typeface="Arial"/>
              </a:rPr>
            </a:br>
            <a:r>
              <a:rPr lang="en-US" dirty="0">
                <a:latin typeface="Arial"/>
                <a:cs typeface="Arial"/>
              </a:rPr>
              <a:t>_________________</a:t>
            </a:r>
            <a:br>
              <a:rPr lang="en-US" dirty="0">
                <a:latin typeface="Arial"/>
                <a:cs typeface="Arial"/>
              </a:rPr>
            </a:br>
            <a:r>
              <a:rPr lang="en-US" dirty="0">
                <a:latin typeface="Arial"/>
                <a:cs typeface="Arial"/>
              </a:rPr>
              <a:t>Introduction to </a:t>
            </a:r>
            <a:r>
              <a:rPr lang="en-US" dirty="0" err="1">
                <a:latin typeface="Arial"/>
                <a:cs typeface="Arial"/>
              </a:rPr>
              <a:t>Jupyter</a:t>
            </a:r>
            <a:endParaRPr lang="en-US" dirty="0"/>
          </a:p>
        </p:txBody>
      </p:sp>
      <p:pic>
        <p:nvPicPr>
          <p:cNvPr id="5" name="Picture 4" descr="A computer screen shot of a computer code&#10;&#10;AI-generated content may be incorrect.">
            <a:extLst>
              <a:ext uri="{FF2B5EF4-FFF2-40B4-BE49-F238E27FC236}">
                <a16:creationId xmlns:a16="http://schemas.microsoft.com/office/drawing/2014/main" id="{043F4988-C2A2-B678-BF5E-03DA3980D12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139" y="2888232"/>
            <a:ext cx="4877612" cy="34628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78954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943884-0CDD-01AD-C11E-28A57391A3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Jupyter</a:t>
            </a:r>
            <a:r>
              <a:rPr lang="en-US" dirty="0"/>
              <a:t> Notebook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79C27C-AAFA-843C-CECF-753949694A4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alt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 web-based interactive platform for running Python code</a:t>
            </a:r>
          </a:p>
          <a:p>
            <a:pPr lvl="1"/>
            <a:r>
              <a:rPr 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Popular in data science/machine learning</a:t>
            </a:r>
          </a:p>
          <a:p>
            <a:r>
              <a:rPr 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Interactive Python Notebook  .</a:t>
            </a:r>
            <a:r>
              <a:rPr lang="en-US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ipynb</a:t>
            </a:r>
            <a:endParaRPr lang="en-US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Suitable for quick experimentation, demonstration &amp; data visualization</a:t>
            </a:r>
          </a:p>
          <a:p>
            <a:r>
              <a:rPr lang="en-US" dirty="0">
                <a:latin typeface="Arial" panose="020B0604020202020204" pitchFamily="34" charset="0"/>
              </a:rPr>
              <a:t>Helpful with documenting and telling a story with your code</a:t>
            </a:r>
            <a:endParaRPr lang="en-US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dirty="0"/>
          </a:p>
        </p:txBody>
      </p:sp>
      <p:pic>
        <p:nvPicPr>
          <p:cNvPr id="4" name="Picture 4" descr="Project Jupyter - Wikipedia">
            <a:extLst>
              <a:ext uri="{FF2B5EF4-FFF2-40B4-BE49-F238E27FC236}">
                <a16:creationId xmlns:a16="http://schemas.microsoft.com/office/drawing/2014/main" id="{0F18FF21-466B-833C-F022-D8BFD929C9D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81270" y="103517"/>
            <a:ext cx="1905224" cy="22083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406136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1899FF-3A0A-AE7A-E271-C60AF6222D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Helpful </a:t>
            </a:r>
            <a:r>
              <a:rPr lang="en-US" dirty="0" err="1"/>
              <a:t>Jupyter</a:t>
            </a:r>
            <a:r>
              <a:rPr lang="en-US" dirty="0"/>
              <a:t> Commands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FCE9CA-4195-F552-C3D9-66343EBF0D4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pPr lvl="1"/>
            <a:r>
              <a:rPr lang="en-US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Esc </a:t>
            </a:r>
            <a:r>
              <a:rPr 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– exit out of edit mode</a:t>
            </a:r>
          </a:p>
          <a:p>
            <a:pPr lvl="1"/>
            <a:r>
              <a:rPr lang="en-US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Enter</a:t>
            </a:r>
            <a:r>
              <a:rPr 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– return to edit mode</a:t>
            </a:r>
          </a:p>
          <a:p>
            <a:pPr lvl="1"/>
            <a:r>
              <a:rPr 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Shift + Enter – Run cell of code</a:t>
            </a:r>
          </a:p>
          <a:p>
            <a:pPr lvl="1"/>
            <a:r>
              <a:rPr 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 – Markdown (Text to Describe Notebook)  # plus space – Section Header</a:t>
            </a:r>
          </a:p>
          <a:p>
            <a:pPr lvl="1"/>
            <a:r>
              <a:rPr 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Y – Return to code</a:t>
            </a:r>
          </a:p>
          <a:p>
            <a:pPr lvl="1"/>
            <a:r>
              <a:rPr 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 – insert cell above</a:t>
            </a:r>
          </a:p>
          <a:p>
            <a:pPr lvl="1"/>
            <a:r>
              <a:rPr 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 – insert cell below</a:t>
            </a:r>
          </a:p>
          <a:p>
            <a:pPr lvl="1"/>
            <a:r>
              <a:rPr 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DD – delete cell</a:t>
            </a:r>
          </a:p>
          <a:p>
            <a:pPr lvl="1"/>
            <a:r>
              <a:rPr 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Z – undo</a:t>
            </a:r>
          </a:p>
          <a:p>
            <a:pPr lvl="1"/>
            <a:r>
              <a:rPr lang="en-US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 - Copy</a:t>
            </a:r>
            <a:endParaRPr lang="en-US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r>
              <a:rPr 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X – Cut</a:t>
            </a:r>
          </a:p>
          <a:p>
            <a:pPr lvl="1"/>
            <a:r>
              <a:rPr 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 - Paste</a:t>
            </a:r>
          </a:p>
          <a:p>
            <a:pPr marL="45720" indent="0">
              <a:buNone/>
            </a:pPr>
            <a:endParaRPr lang="en-US" dirty="0"/>
          </a:p>
        </p:txBody>
      </p:sp>
      <p:pic>
        <p:nvPicPr>
          <p:cNvPr id="4" name="Picture 4" descr="Project Jupyter - Wikipedia">
            <a:extLst>
              <a:ext uri="{FF2B5EF4-FFF2-40B4-BE49-F238E27FC236}">
                <a16:creationId xmlns:a16="http://schemas.microsoft.com/office/drawing/2014/main" id="{DE1119E9-816B-34F2-86FC-3E0EB1F66CA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81270" y="103517"/>
            <a:ext cx="1905224" cy="22083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308566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Banded Design UI Gold 16x9">
  <a:themeElements>
    <a:clrScheme name="Custom 8">
      <a:dk1>
        <a:srgbClr val="363D3D"/>
      </a:dk1>
      <a:lt1>
        <a:srgbClr val="FFFFFF"/>
      </a:lt1>
      <a:dk2>
        <a:srgbClr val="363D3D"/>
      </a:dk2>
      <a:lt2>
        <a:srgbClr val="FFFFFF"/>
      </a:lt2>
      <a:accent1>
        <a:srgbClr val="FFCD00"/>
      </a:accent1>
      <a:accent2>
        <a:srgbClr val="6ABD45"/>
      </a:accent2>
      <a:accent3>
        <a:srgbClr val="EBCA21"/>
      </a:accent3>
      <a:accent4>
        <a:srgbClr val="EB8D21"/>
      </a:accent4>
      <a:accent5>
        <a:srgbClr val="EB5638"/>
      </a:accent5>
      <a:accent6>
        <a:srgbClr val="5172B1"/>
      </a:accent6>
      <a:hlink>
        <a:srgbClr val="2077AF"/>
      </a:hlink>
      <a:folHlink>
        <a:srgbClr val="5172B1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asic PPT template_gold.potx" id="{D77CC452-3B11-4F5F-AC01-9266D778C52B}" vid="{B6B685E6-6507-41C4-8F51-F666E587A819}"/>
    </a:ext>
  </a:extLst>
</a:theme>
</file>

<file path=ppt/theme/theme2.xml><?xml version="1.0" encoding="utf-8"?>
<a:theme xmlns:a="http://schemas.openxmlformats.org/drawingml/2006/main" name="Office Theme">
  <a:themeElements>
    <a:clrScheme name="Banded_Design_Teal">
      <a:dk1>
        <a:srgbClr val="363D3D"/>
      </a:dk1>
      <a:lt1>
        <a:sysClr val="window" lastClr="FFFFFF"/>
      </a:lt1>
      <a:dk2>
        <a:srgbClr val="000000"/>
      </a:dk2>
      <a:lt2>
        <a:srgbClr val="E5E8E8"/>
      </a:lt2>
      <a:accent1>
        <a:srgbClr val="3AAFB2"/>
      </a:accent1>
      <a:accent2>
        <a:srgbClr val="6ABD45"/>
      </a:accent2>
      <a:accent3>
        <a:srgbClr val="EBCA21"/>
      </a:accent3>
      <a:accent4>
        <a:srgbClr val="EB8D21"/>
      </a:accent4>
      <a:accent5>
        <a:srgbClr val="EB5638"/>
      </a:accent5>
      <a:accent6>
        <a:srgbClr val="5172B1"/>
      </a:accent6>
      <a:hlink>
        <a:srgbClr val="3A9CDB"/>
      </a:hlink>
      <a:folHlink>
        <a:srgbClr val="5172B1"/>
      </a:folHlink>
    </a:clrScheme>
    <a:fontScheme name="Calibri">
      <a:majorFont>
        <a:latin typeface="Calibri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Banded_Design_Teal">
      <a:dk1>
        <a:srgbClr val="363D3D"/>
      </a:dk1>
      <a:lt1>
        <a:sysClr val="window" lastClr="FFFFFF"/>
      </a:lt1>
      <a:dk2>
        <a:srgbClr val="000000"/>
      </a:dk2>
      <a:lt2>
        <a:srgbClr val="E5E8E8"/>
      </a:lt2>
      <a:accent1>
        <a:srgbClr val="3AAFB2"/>
      </a:accent1>
      <a:accent2>
        <a:srgbClr val="6ABD45"/>
      </a:accent2>
      <a:accent3>
        <a:srgbClr val="EBCA21"/>
      </a:accent3>
      <a:accent4>
        <a:srgbClr val="EB8D21"/>
      </a:accent4>
      <a:accent5>
        <a:srgbClr val="EB5638"/>
      </a:accent5>
      <a:accent6>
        <a:srgbClr val="5172B1"/>
      </a:accent6>
      <a:hlink>
        <a:srgbClr val="3A9CDB"/>
      </a:hlink>
      <a:folHlink>
        <a:srgbClr val="5172B1"/>
      </a:folHlink>
    </a:clrScheme>
    <a:fontScheme name="Calibri">
      <a:majorFont>
        <a:latin typeface="Calibri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BA572D36BEF32645AB4FF4C3BBA602A9" ma:contentTypeVersion="18" ma:contentTypeDescription="Create a new document." ma:contentTypeScope="" ma:versionID="a2fdd967d0bfba76bbaaa1457400fb70">
  <xsd:schema xmlns:xsd="http://www.w3.org/2001/XMLSchema" xmlns:xs="http://www.w3.org/2001/XMLSchema" xmlns:p="http://schemas.microsoft.com/office/2006/metadata/properties" xmlns:ns2="1b4706cf-24a0-4353-bfeb-a98fa76d7afc" xmlns:ns3="b9286174-cad1-47e1-a8b3-1de48f4e7418" targetNamespace="http://schemas.microsoft.com/office/2006/metadata/properties" ma:root="true" ma:fieldsID="f1e56aa687d71246941e0b861f9079fd" ns2:_="" ns3:_="">
    <xsd:import namespace="1b4706cf-24a0-4353-bfeb-a98fa76d7afc"/>
    <xsd:import namespace="b9286174-cad1-47e1-a8b3-1de48f4e7418"/>
    <xsd:element name="properties">
      <xsd:complexType>
        <xsd:sequence>
          <xsd:element name="documentManagement">
            <xsd:complexType>
              <xsd:all>
                <xsd:element ref="ns2:SharedWithUsers" minOccurs="0"/>
                <xsd:element ref="ns2:SharedWithDetails" minOccurs="0"/>
                <xsd:element ref="ns3:MediaServiceMetadata" minOccurs="0"/>
                <xsd:element ref="ns3:MediaServiceFastMetadata" minOccurs="0"/>
                <xsd:element ref="ns3:MediaServiceAutoKeyPoints" minOccurs="0"/>
                <xsd:element ref="ns3:MediaServiceKeyPoints" minOccurs="0"/>
                <xsd:element ref="ns3:MediaServiceDateTaken" minOccurs="0"/>
                <xsd:element ref="ns3:MediaServiceAutoTags" minOccurs="0"/>
                <xsd:element ref="ns3:MediaServiceGenerationTime" minOccurs="0"/>
                <xsd:element ref="ns3:MediaServiceEventHashCode" minOccurs="0"/>
                <xsd:element ref="ns3:MediaServiceOCR" minOccurs="0"/>
                <xsd:element ref="ns3:MediaLengthInSeconds" minOccurs="0"/>
                <xsd:element ref="ns3:lcf76f155ced4ddcb4097134ff3c332f" minOccurs="0"/>
                <xsd:element ref="ns2:TaxCatchAll" minOccurs="0"/>
                <xsd:element ref="ns3:MediaServiceObjectDetectorVersions" minOccurs="0"/>
                <xsd:element ref="ns3:MediaServiceSearchProperties" minOccurs="0"/>
                <xsd:element ref="ns3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b4706cf-24a0-4353-bfeb-a98fa76d7afc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2" nillable="true" ma:displayName="Taxonomy Catch All Column" ma:hidden="true" ma:list="{ca395bf8-9c57-4ac0-8f2e-cccb47a0700a}" ma:internalName="TaxCatchAll" ma:showField="CatchAllData" ma:web="1b4706cf-24a0-4353-bfeb-a98fa76d7af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9286174-cad1-47e1-a8b3-1de48f4e741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0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1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2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3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4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5" nillable="true" ma:displayName="Tags" ma:internalName="MediaServiceAutoTags" ma:readOnly="true">
      <xsd:simpleType>
        <xsd:restriction base="dms:Text"/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LengthInSeconds" ma:index="19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21" nillable="true" ma:taxonomy="true" ma:internalName="lcf76f155ced4ddcb4097134ff3c332f" ma:taxonomyFieldName="MediaServiceImageTags" ma:displayName="Image Tags" ma:readOnly="false" ma:fieldId="{5cf76f15-5ced-4ddc-b409-7134ff3c332f}" ma:taxonomyMulti="true" ma:sspId="8af9f51b-2984-4022-8acc-3c23a99e8b1c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3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4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Location" ma:index="25" nillable="true" ma:displayName="Location" ma:indexed="true" ma:internalName="MediaServiceLocation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b9286174-cad1-47e1-a8b3-1de48f4e7418">
      <Terms xmlns="http://schemas.microsoft.com/office/infopath/2007/PartnerControls"/>
    </lcf76f155ced4ddcb4097134ff3c332f>
    <TaxCatchAll xmlns="1b4706cf-24a0-4353-bfeb-a98fa76d7afc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3D64A0D2-6765-46E1-804F-9C2CF808CADB}">
  <ds:schemaRefs>
    <ds:schemaRef ds:uri="1b4706cf-24a0-4353-bfeb-a98fa76d7afc"/>
    <ds:schemaRef ds:uri="b9286174-cad1-47e1-a8b3-1de48f4e7418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3BD17430-6E73-4068-A80B-A03F106C56A9}">
  <ds:schemaRefs>
    <ds:schemaRef ds:uri="1b4706cf-24a0-4353-bfeb-a98fa76d7afc"/>
    <ds:schemaRef ds:uri="b9286174-cad1-47e1-a8b3-1de48f4e7418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7FF29CE7-16A8-4B0E-B4FA-2A982F4527DD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>
  <clbl:label id="{6388fff8-b053-4fb1-90cd-f0bc93ae9791}" enabled="1" method="Privileged" siteId="{39b03722-b836-496a-85ec-850f0957ca6b}" contentBits="2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MBA PPT template_gold(2)</Template>
  <TotalTime>20</TotalTime>
  <Words>122</Words>
  <Application>Microsoft Office PowerPoint</Application>
  <PresentationFormat>Widescreen</PresentationFormat>
  <Paragraphs>20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Aptos</vt:lpstr>
      <vt:lpstr>Arial</vt:lpstr>
      <vt:lpstr>Calibri</vt:lpstr>
      <vt:lpstr>Banded Design UI Gold 16x9</vt:lpstr>
      <vt:lpstr>Data Programming  in Python _________________ Introduction to Jupyter</vt:lpstr>
      <vt:lpstr>Jupyter Notebook</vt:lpstr>
      <vt:lpstr>Helpful Jupyter Commands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Redmond, Michael A</dc:creator>
  <cp:keywords/>
  <cp:lastModifiedBy>Jacyn Goebel</cp:lastModifiedBy>
  <cp:revision>3</cp:revision>
  <dcterms:created xsi:type="dcterms:W3CDTF">2025-07-14T11:21:17Z</dcterms:created>
  <dcterms:modified xsi:type="dcterms:W3CDTF">2026-01-18T19:21:41Z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_TemplateID">
    <vt:lpwstr>TC028952549991</vt:lpwstr>
  </property>
  <property fmtid="{D5CDD505-2E9C-101B-9397-08002B2CF9AE}" pid="3" name="ContentTypeId">
    <vt:lpwstr>0x010100BA572D36BEF32645AB4FF4C3BBA602A9</vt:lpwstr>
  </property>
  <property fmtid="{D5CDD505-2E9C-101B-9397-08002B2CF9AE}" pid="4" name="MediaServiceImageTags">
    <vt:lpwstr/>
  </property>
  <property fmtid="{D5CDD505-2E9C-101B-9397-08002B2CF9AE}" pid="5" name="ClassificationContentMarkingFooterLocations">
    <vt:lpwstr>Banded Design UI Gold 16x9:5</vt:lpwstr>
  </property>
  <property fmtid="{D5CDD505-2E9C-101B-9397-08002B2CF9AE}" pid="6" name="ClassificationContentMarkingFooterText">
    <vt:lpwstr>Company Use</vt:lpwstr>
  </property>
</Properties>
</file>