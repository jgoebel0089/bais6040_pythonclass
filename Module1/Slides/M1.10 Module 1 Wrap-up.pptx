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BFEE2-DFE8-4FCD-8811-3CEA28589B1C}" v="6" dt="2025-09-24T11:47:05.621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undo custSel modSld">
      <pc:chgData name="Redmond, Michael A" userId="6b2689ca-cbb8-4f35-85b9-c472fe3ea77d" providerId="ADAL" clId="{6B9340BF-27A4-4664-BFE1-A20A01A07C8B}" dt="2025-09-24T11:47:18.915" v="34" actId="20577"/>
      <pc:docMkLst>
        <pc:docMk/>
      </pc:docMkLst>
      <pc:sldChg chg="modSp mod">
        <pc:chgData name="Redmond, Michael A" userId="6b2689ca-cbb8-4f35-85b9-c472fe3ea77d" providerId="ADAL" clId="{6B9340BF-27A4-4664-BFE1-A20A01A07C8B}" dt="2025-09-24T11:47:18.915" v="34" actId="20577"/>
        <pc:sldMkLst>
          <pc:docMk/>
          <pc:sldMk cId="2106977553" sldId="261"/>
        </pc:sldMkLst>
        <pc:spChg chg="mod">
          <ac:chgData name="Redmond, Michael A" userId="6b2689ca-cbb8-4f35-85b9-c472fe3ea77d" providerId="ADAL" clId="{6B9340BF-27A4-4664-BFE1-A20A01A07C8B}" dt="2025-09-24T11:47:18.915" v="34" actId="20577"/>
          <ac:spMkLst>
            <pc:docMk/>
            <pc:sldMk cId="2106977553" sldId="261"/>
            <ac:spMk id="3" creationId="{7BC72801-15D4-E186-C534-72926D18FEC4}"/>
          </ac:spMkLst>
        </pc:spChg>
      </pc:sldChg>
      <pc:sldChg chg="addSp delSp modSp mod">
        <pc:chgData name="Redmond, Michael A" userId="6b2689ca-cbb8-4f35-85b9-c472fe3ea77d" providerId="ADAL" clId="{6B9340BF-27A4-4664-BFE1-A20A01A07C8B}" dt="2025-09-24T11:47:11.828" v="24" actId="1076"/>
        <pc:sldMkLst>
          <pc:docMk/>
          <pc:sldMk cId="363488498" sldId="262"/>
        </pc:sldMkLst>
        <pc:graphicFrameChg chg="add del mod">
          <ac:chgData name="Redmond, Michael A" userId="6b2689ca-cbb8-4f35-85b9-c472fe3ea77d" providerId="ADAL" clId="{6B9340BF-27A4-4664-BFE1-A20A01A07C8B}" dt="2025-09-24T11:46:10.267" v="15"/>
          <ac:graphicFrameMkLst>
            <pc:docMk/>
            <pc:sldMk cId="363488498" sldId="262"/>
            <ac:graphicFrameMk id="4" creationId="{3D7B63B5-5E02-0036-AB0E-5801B80AD590}"/>
          </ac:graphicFrameMkLst>
        </pc:graphicFrameChg>
        <pc:picChg chg="del">
          <ac:chgData name="Redmond, Michael A" userId="6b2689ca-cbb8-4f35-85b9-c472fe3ea77d" providerId="ADAL" clId="{6B9340BF-27A4-4664-BFE1-A20A01A07C8B}" dt="2025-09-24T11:46:02.359" v="11" actId="478"/>
          <ac:picMkLst>
            <pc:docMk/>
            <pc:sldMk cId="363488498" sldId="262"/>
            <ac:picMk id="5" creationId="{F20C4C42-BC85-4291-5AF2-5A88655DC9F4}"/>
          </ac:picMkLst>
        </pc:picChg>
        <pc:picChg chg="add mod">
          <ac:chgData name="Redmond, Michael A" userId="6b2689ca-cbb8-4f35-85b9-c472fe3ea77d" providerId="ADAL" clId="{6B9340BF-27A4-4664-BFE1-A20A01A07C8B}" dt="2025-09-24T11:46:20.879" v="18" actId="1076"/>
          <ac:picMkLst>
            <pc:docMk/>
            <pc:sldMk cId="363488498" sldId="262"/>
            <ac:picMk id="6" creationId="{4DED3128-BC24-9CAF-CCE9-8D563099CABD}"/>
          </ac:picMkLst>
        </pc:picChg>
        <pc:picChg chg="add mod">
          <ac:chgData name="Redmond, Michael A" userId="6b2689ca-cbb8-4f35-85b9-c472fe3ea77d" providerId="ADAL" clId="{6B9340BF-27A4-4664-BFE1-A20A01A07C8B}" dt="2025-09-24T11:47:11.828" v="24" actId="1076"/>
          <ac:picMkLst>
            <pc:docMk/>
            <pc:sldMk cId="363488498" sldId="262"/>
            <ac:picMk id="8" creationId="{88541475-5DDD-4381-DC1B-37549474F582}"/>
          </ac:picMkLst>
        </pc:picChg>
      </pc:sldChg>
      <pc:sldChg chg="modSp mod">
        <pc:chgData name="Redmond, Michael A" userId="6b2689ca-cbb8-4f35-85b9-c472fe3ea77d" providerId="ADAL" clId="{6B9340BF-27A4-4664-BFE1-A20A01A07C8B}" dt="2025-09-24T11:45:48.763" v="10" actId="20577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09-24T11:45:48.763" v="10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  <pc:docChgLst>
    <pc:chgData name="Redmond, Michael A" userId="S::mredmond@uiowa.edu::6b2689ca-cbb8-4f35-85b9-c472fe3ea77d" providerId="AD" clId="Web-{CD8FE080-1AF0-1356-3299-80933D42640E}"/>
    <pc:docChg chg="modSld sldOrd">
      <pc:chgData name="Redmond, Michael A" userId="S::mredmond@uiowa.edu::6b2689ca-cbb8-4f35-85b9-c472fe3ea77d" providerId="AD" clId="Web-{CD8FE080-1AF0-1356-3299-80933D42640E}" dt="2025-08-14T09:49:43.681" v="148"/>
      <pc:docMkLst>
        <pc:docMk/>
      </pc:docMkLst>
      <pc:sldChg chg="modSp">
        <pc:chgData name="Redmond, Michael A" userId="S::mredmond@uiowa.edu::6b2689ca-cbb8-4f35-85b9-c472fe3ea77d" providerId="AD" clId="Web-{CD8FE080-1AF0-1356-3299-80933D42640E}" dt="2025-08-14T09:49:33.400" v="147" actId="14100"/>
        <pc:sldMkLst>
          <pc:docMk/>
          <pc:sldMk cId="2106977553" sldId="261"/>
        </pc:sldMkLst>
      </pc:sldChg>
      <pc:sldChg chg="modSp ord">
        <pc:chgData name="Redmond, Michael A" userId="S::mredmond@uiowa.edu::6b2689ca-cbb8-4f35-85b9-c472fe3ea77d" providerId="AD" clId="Web-{CD8FE080-1AF0-1356-3299-80933D42640E}" dt="2025-08-14T09:49:43.681" v="148"/>
        <pc:sldMkLst>
          <pc:docMk/>
          <pc:sldMk cId="363488498" sldId="262"/>
        </pc:sldMkLst>
      </pc:sldChg>
      <pc:sldChg chg="modSp">
        <pc:chgData name="Redmond, Michael A" userId="S::mredmond@uiowa.edu::6b2689ca-cbb8-4f35-85b9-c472fe3ea77d" providerId="AD" clId="Web-{CD8FE080-1AF0-1356-3299-80933D42640E}" dt="2025-08-14T09:07:42.615" v="60" actId="1076"/>
        <pc:sldMkLst>
          <pc:docMk/>
          <pc:sldMk cId="3047895403" sldId="2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9/24/2025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9/24/2025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Module 1 Wrap-up</a:t>
            </a:r>
            <a:endParaRPr lang="en-US" dirty="0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Outline course objectives and expectations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Cover utility of Python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Interface of </a:t>
            </a:r>
            <a:r>
              <a:rPr lang="en-US" dirty="0" err="1">
                <a:latin typeface="Calibri"/>
                <a:ea typeface="Calibri"/>
                <a:cs typeface="Calibri"/>
              </a:rPr>
              <a:t>Jupyter</a:t>
            </a:r>
            <a:r>
              <a:rPr lang="en-US" dirty="0">
                <a:latin typeface="Calibri"/>
                <a:ea typeface="Calibri"/>
                <a:cs typeface="Calibri"/>
              </a:rPr>
              <a:t> Notebook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 dirty="0">
                <a:latin typeface="Calibri"/>
                <a:ea typeface="Calibri"/>
                <a:cs typeface="Calibri"/>
              </a:rPr>
              <a:t>Debugging and AI</a:t>
            </a:r>
            <a:endParaRPr lang="en-US" dirty="0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4" descr="Project Jupyter - Wikipedia">
            <a:extLst>
              <a:ext uri="{FF2B5EF4-FFF2-40B4-BE49-F238E27FC236}">
                <a16:creationId xmlns:a16="http://schemas.microsoft.com/office/drawing/2014/main" id="{4DED3128-BC24-9CAF-CCE9-8D563099C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04" y="5184321"/>
            <a:ext cx="1001597" cy="1160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erson standing on ladders on a computer screen&#10;&#10;AI-generated content may be incorrect.">
            <a:extLst>
              <a:ext uri="{FF2B5EF4-FFF2-40B4-BE49-F238E27FC236}">
                <a16:creationId xmlns:a16="http://schemas.microsoft.com/office/drawing/2014/main" id="{88541475-5DDD-4381-DC1B-37549474F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584" y="5059851"/>
            <a:ext cx="2460437" cy="138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We learned:</a:t>
            </a:r>
            <a:endParaRPr lang="en-US" dirty="0"/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Introduction to Python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Introduction to </a:t>
            </a:r>
            <a:r>
              <a:rPr lang="en-US" dirty="0" err="1">
                <a:latin typeface="Calibri"/>
                <a:ea typeface="Calibri"/>
                <a:cs typeface="Calibri"/>
              </a:rPr>
              <a:t>Jupyter</a:t>
            </a:r>
            <a:r>
              <a:rPr lang="en-US" dirty="0">
                <a:latin typeface="Calibri"/>
                <a:ea typeface="Calibri"/>
                <a:cs typeface="Calibri"/>
              </a:rPr>
              <a:t> Notebook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Data Types: Numbers and Strings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Artificial Intelligence</a:t>
            </a:r>
            <a:endParaRPr lang="en-US" dirty="0">
              <a:ea typeface="Calibri"/>
            </a:endParaRPr>
          </a:p>
          <a:p>
            <a:pPr lvl="1"/>
            <a:r>
              <a:rPr lang="en-US" dirty="0">
                <a:latin typeface="Calibri"/>
                <a:ea typeface="Calibri"/>
                <a:cs typeface="Calibri"/>
              </a:rPr>
              <a:t>Debugging</a:t>
            </a:r>
            <a:endParaRPr lang="en-US" dirty="0">
              <a:ea typeface="Calibri"/>
            </a:endParaRPr>
          </a:p>
          <a:p>
            <a:pPr lvl="1"/>
            <a:endParaRPr lang="en-US" dirty="0"/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355237"/>
            <a:ext cx="2740478" cy="203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0</TotalTime>
  <Words>63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Banded Design UI Gold 16x9</vt:lpstr>
      <vt:lpstr>Data Programming  in Python _________________ Module 1 Wrap-up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1</cp:revision>
  <dcterms:created xsi:type="dcterms:W3CDTF">2025-07-14T11:21:17Z</dcterms:created>
  <dcterms:modified xsi:type="dcterms:W3CDTF">2025-09-24T11:47:23Z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