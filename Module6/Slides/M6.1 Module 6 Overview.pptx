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modSld">
      <pc:chgData name="Redmond, Michael A" userId="6b2689ca-cbb8-4f35-85b9-c472fe3ea77d" providerId="ADAL" clId="{6B9340BF-27A4-4664-BFE1-A20A01A07C8B}" dt="2025-09-24T12:14:20.913" v="764" actId="20577"/>
      <pc:docMkLst>
        <pc:docMk/>
      </pc:docMkLst>
      <pc:sldChg chg="modSp mod">
        <pc:chgData name="Redmond, Michael A" userId="6b2689ca-cbb8-4f35-85b9-c472fe3ea77d" providerId="ADAL" clId="{6B9340BF-27A4-4664-BFE1-A20A01A07C8B}" dt="2025-09-24T12:14:20.913" v="764" actId="20577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09-24T12:14:20.913" v="764" actId="20577"/>
          <ac:spMkLst>
            <pc:docMk/>
            <pc:sldMk cId="2106977553" sldId="261"/>
            <ac:spMk id="3" creationId="{7BC72801-15D4-E186-C534-72926D18FEC4}"/>
          </ac:spMkLst>
        </pc:spChg>
        <pc:picChg chg="mod">
          <ac:chgData name="Redmond, Michael A" userId="6b2689ca-cbb8-4f35-85b9-c472fe3ea77d" providerId="ADAL" clId="{6B9340BF-27A4-4664-BFE1-A20A01A07C8B}" dt="2025-09-24T12:01:10.150" v="763" actId="1076"/>
          <ac:picMkLst>
            <pc:docMk/>
            <pc:sldMk cId="2106977553" sldId="261"/>
            <ac:picMk id="7" creationId="{B9DD47D9-2219-9682-ACD1-B2BE60F459BB}"/>
          </ac:picMkLst>
        </pc:picChg>
      </pc:sldChg>
      <pc:sldChg chg="modSp mod">
        <pc:chgData name="Redmond, Michael A" userId="6b2689ca-cbb8-4f35-85b9-c472fe3ea77d" providerId="ADAL" clId="{6B9340BF-27A4-4664-BFE1-A20A01A07C8B}" dt="2025-09-24T11:56:09.244" v="442" actId="20577"/>
        <pc:sldMkLst>
          <pc:docMk/>
          <pc:sldMk cId="363488498" sldId="262"/>
        </pc:sldMkLst>
        <pc:spChg chg="mod">
          <ac:chgData name="Redmond, Michael A" userId="6b2689ca-cbb8-4f35-85b9-c472fe3ea77d" providerId="ADAL" clId="{6B9340BF-27A4-4664-BFE1-A20A01A07C8B}" dt="2025-09-24T11:56:09.244" v="442" actId="20577"/>
          <ac:spMkLst>
            <pc:docMk/>
            <pc:sldMk cId="363488498" sldId="262"/>
            <ac:spMk id="3" creationId="{D0F58480-0021-1C28-0B17-D7ED2DEABFAF}"/>
          </ac:spMkLst>
        </pc:spChg>
      </pc:sldChg>
      <pc:sldChg chg="modSp mod">
        <pc:chgData name="Redmond, Michael A" userId="6b2689ca-cbb8-4f35-85b9-c472fe3ea77d" providerId="ADAL" clId="{6B9340BF-27A4-4664-BFE1-A20A01A07C8B}" dt="2025-09-24T11:55:20.527" v="323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09-24T11:55:20.527" v="323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6 Overview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Basic Plots with Matplotlib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Use AI to aid in graph creation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Construct visualizations based on data analysis</a:t>
            </a:r>
            <a:endParaRPr lang="en-US" dirty="0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raphic 4" descr="Presentation with checklist with solid fill">
            <a:extLst>
              <a:ext uri="{FF2B5EF4-FFF2-40B4-BE49-F238E27FC236}">
                <a16:creationId xmlns:a16="http://schemas.microsoft.com/office/drawing/2014/main" id="{F20C4C42-BC85-4291-5AF2-5A88655D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55" y="5185334"/>
            <a:ext cx="1455964" cy="1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5472743" cy="30806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In this module: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Matplotlib &amp; Seaborn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Plotting:</a:t>
            </a:r>
          </a:p>
          <a:p>
            <a:pPr lvl="2"/>
            <a:r>
              <a:rPr lang="en-US" dirty="0">
                <a:ea typeface="Calibri" panose="020F0502020204030204" pitchFamily="34" charset="0"/>
              </a:rPr>
              <a:t>Scatterplots &amp; Line Charts</a:t>
            </a:r>
          </a:p>
          <a:p>
            <a:pPr lvl="2"/>
            <a:r>
              <a:rPr lang="en-US" dirty="0">
                <a:ea typeface="Calibri" panose="020F0502020204030204" pitchFamily="34" charset="0"/>
              </a:rPr>
              <a:t>Bar plots &amp; Pie Charts</a:t>
            </a:r>
          </a:p>
          <a:p>
            <a:pPr lvl="2"/>
            <a:r>
              <a:rPr lang="en-US" dirty="0">
                <a:ea typeface="Calibri" panose="020F0502020204030204" pitchFamily="34" charset="0"/>
              </a:rPr>
              <a:t>Box plots &amp; Histograms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Using AI for graph construction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38" y="4452751"/>
            <a:ext cx="2701296" cy="200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23</TotalTime>
  <Words>72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6 Overview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42</cp:revision>
  <dcterms:created xsi:type="dcterms:W3CDTF">2025-07-14T11:21:17Z</dcterms:created>
  <dcterms:modified xsi:type="dcterms:W3CDTF">2025-09-24T12:14:28Z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