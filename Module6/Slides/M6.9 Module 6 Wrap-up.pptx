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E63ACC-CCDB-448C-817B-D2E9789545BD}" v="6" dt="2025-10-16T13:43:05.108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modSld">
      <pc:chgData name="Redmond, Michael A" userId="6b2689ca-cbb8-4f35-85b9-c472fe3ea77d" providerId="ADAL" clId="{6B9340BF-27A4-4664-BFE1-A20A01A07C8B}" dt="2025-10-16T13:45:37.612" v="378" actId="20577"/>
      <pc:docMkLst>
        <pc:docMk/>
      </pc:docMkLst>
      <pc:sldChg chg="modSp mod">
        <pc:chgData name="Redmond, Michael A" userId="6b2689ca-cbb8-4f35-85b9-c472fe3ea77d" providerId="ADAL" clId="{6B9340BF-27A4-4664-BFE1-A20A01A07C8B}" dt="2025-10-16T13:45:37.612" v="378" actId="20577"/>
        <pc:sldMkLst>
          <pc:docMk/>
          <pc:sldMk cId="2106977553" sldId="261"/>
        </pc:sldMkLst>
        <pc:spChg chg="mod">
          <ac:chgData name="Redmond, Michael A" userId="6b2689ca-cbb8-4f35-85b9-c472fe3ea77d" providerId="ADAL" clId="{6B9340BF-27A4-4664-BFE1-A20A01A07C8B}" dt="2025-10-16T13:45:37.612" v="378" actId="20577"/>
          <ac:spMkLst>
            <pc:docMk/>
            <pc:sldMk cId="2106977553" sldId="261"/>
            <ac:spMk id="3" creationId="{7BC72801-15D4-E186-C534-72926D18FEC4}"/>
          </ac:spMkLst>
        </pc:spChg>
      </pc:sldChg>
      <pc:sldChg chg="addSp delSp modSp mod">
        <pc:chgData name="Redmond, Michael A" userId="6b2689ca-cbb8-4f35-85b9-c472fe3ea77d" providerId="ADAL" clId="{6B9340BF-27A4-4664-BFE1-A20A01A07C8B}" dt="2025-10-16T13:44:22.645" v="184" actId="20577"/>
        <pc:sldMkLst>
          <pc:docMk/>
          <pc:sldMk cId="363488498" sldId="262"/>
        </pc:sldMkLst>
        <pc:spChg chg="mod">
          <ac:chgData name="Redmond, Michael A" userId="6b2689ca-cbb8-4f35-85b9-c472fe3ea77d" providerId="ADAL" clId="{6B9340BF-27A4-4664-BFE1-A20A01A07C8B}" dt="2025-10-16T13:44:22.645" v="184" actId="20577"/>
          <ac:spMkLst>
            <pc:docMk/>
            <pc:sldMk cId="363488498" sldId="262"/>
            <ac:spMk id="3" creationId="{D0F58480-0021-1C28-0B17-D7ED2DEABFAF}"/>
          </ac:spMkLst>
        </pc:spChg>
        <pc:picChg chg="del">
          <ac:chgData name="Redmond, Michael A" userId="6b2689ca-cbb8-4f35-85b9-c472fe3ea77d" providerId="ADAL" clId="{6B9340BF-27A4-4664-BFE1-A20A01A07C8B}" dt="2025-10-16T13:42:27.946" v="2" actId="478"/>
          <ac:picMkLst>
            <pc:docMk/>
            <pc:sldMk cId="363488498" sldId="262"/>
            <ac:picMk id="4" creationId="{40B2851D-A4A4-3952-E3BB-403B43FD4856}"/>
          </ac:picMkLst>
        </pc:picChg>
        <pc:picChg chg="add mod">
          <ac:chgData name="Redmond, Michael A" userId="6b2689ca-cbb8-4f35-85b9-c472fe3ea77d" providerId="ADAL" clId="{6B9340BF-27A4-4664-BFE1-A20A01A07C8B}" dt="2025-10-16T13:42:36.733" v="6" actId="1076"/>
          <ac:picMkLst>
            <pc:docMk/>
            <pc:sldMk cId="363488498" sldId="262"/>
            <ac:picMk id="5" creationId="{35836292-D54F-F93C-6DFE-BC5C23112384}"/>
          </ac:picMkLst>
        </pc:picChg>
        <pc:picChg chg="del">
          <ac:chgData name="Redmond, Michael A" userId="6b2689ca-cbb8-4f35-85b9-c472fe3ea77d" providerId="ADAL" clId="{6B9340BF-27A4-4664-BFE1-A20A01A07C8B}" dt="2025-10-16T13:42:30.837" v="3" actId="478"/>
          <ac:picMkLst>
            <pc:docMk/>
            <pc:sldMk cId="363488498" sldId="262"/>
            <ac:picMk id="7" creationId="{DE6728EC-E176-D174-616D-FC06A94C17F6}"/>
          </ac:picMkLst>
        </pc:picChg>
        <pc:picChg chg="add mod">
          <ac:chgData name="Redmond, Michael A" userId="6b2689ca-cbb8-4f35-85b9-c472fe3ea77d" providerId="ADAL" clId="{6B9340BF-27A4-4664-BFE1-A20A01A07C8B}" dt="2025-10-16T13:43:09.926" v="11" actId="1076"/>
          <ac:picMkLst>
            <pc:docMk/>
            <pc:sldMk cId="363488498" sldId="262"/>
            <ac:picMk id="9" creationId="{80D9CFA5-963D-6CCA-18B4-03912CD9454B}"/>
          </ac:picMkLst>
        </pc:picChg>
      </pc:sldChg>
      <pc:sldChg chg="modSp mod">
        <pc:chgData name="Redmond, Michael A" userId="6b2689ca-cbb8-4f35-85b9-c472fe3ea77d" providerId="ADAL" clId="{6B9340BF-27A4-4664-BFE1-A20A01A07C8B}" dt="2025-10-16T13:41:43.681" v="1" actId="20577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10-16T13:41:43.681" v="1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10/16/2025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6 Wrap-up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Plot basic plots in Matplotlib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Utilize AI to improve graphs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Create plots to visually demonstrate analysis</a:t>
            </a:r>
            <a:endParaRPr lang="en-US" dirty="0">
              <a:ea typeface="Calibri"/>
            </a:endParaRPr>
          </a:p>
          <a:p>
            <a:pPr marL="45720" indent="0">
              <a:buNone/>
            </a:pP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36292-D54F-F93C-6DFE-BC5C23112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67290" y="4734387"/>
            <a:ext cx="2051190" cy="163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with a circular chart&#10;&#10;AI-generated content may be incorrect.">
            <a:extLst>
              <a:ext uri="{FF2B5EF4-FFF2-40B4-BE49-F238E27FC236}">
                <a16:creationId xmlns:a16="http://schemas.microsoft.com/office/drawing/2014/main" id="{80D9CFA5-963D-6CCA-18B4-03912CD94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" y="5052756"/>
            <a:ext cx="2246630" cy="106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We learned: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How to create line graphs, bar plots, histograms, scatter, box and pie charts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Utilizing Copilot for easier graphing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Visualizing real-world data in plots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97" y="4447715"/>
            <a:ext cx="2714843" cy="20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16</TotalTime>
  <Words>74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6 Wrap-up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44</cp:revision>
  <dcterms:created xsi:type="dcterms:W3CDTF">2025-07-14T11:21:17Z</dcterms:created>
  <dcterms:modified xsi:type="dcterms:W3CDTF">2025-10-16T13:45:42Z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