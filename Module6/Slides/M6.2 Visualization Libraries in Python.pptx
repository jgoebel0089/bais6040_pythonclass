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63" r:id="rId5"/>
    <p:sldId id="258" r:id="rId6"/>
    <p:sldId id="264" r:id="rId7"/>
    <p:sldId id="1549" r:id="rId8"/>
    <p:sldId id="155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768603-5949-4B14-A3E1-88CD80345174}" v="5" dt="2025-10-20T20:38:00.747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26" y="72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custSel addSld delSld modSld">
      <pc:chgData name="Redmond, Michael A" userId="6b2689ca-cbb8-4f35-85b9-c472fe3ea77d" providerId="ADAL" clId="{6B9340BF-27A4-4664-BFE1-A20A01A07C8B}" dt="2025-10-20T20:39:05.800" v="356" actId="20577"/>
      <pc:docMkLst>
        <pc:docMk/>
      </pc:docMkLst>
      <pc:sldChg chg="addSp delSp modSp mod">
        <pc:chgData name="Redmond, Michael A" userId="6b2689ca-cbb8-4f35-85b9-c472fe3ea77d" providerId="ADAL" clId="{6B9340BF-27A4-4664-BFE1-A20A01A07C8B}" dt="2025-10-20T20:33:20.357" v="114" actId="20577"/>
        <pc:sldMkLst>
          <pc:docMk/>
          <pc:sldMk cId="3406285092" sldId="258"/>
        </pc:sldMkLst>
        <pc:spChg chg="mod">
          <ac:chgData name="Redmond, Michael A" userId="6b2689ca-cbb8-4f35-85b9-c472fe3ea77d" providerId="ADAL" clId="{6B9340BF-27A4-4664-BFE1-A20A01A07C8B}" dt="2025-10-20T20:32:07.243" v="38" actId="20577"/>
          <ac:spMkLst>
            <pc:docMk/>
            <pc:sldMk cId="3406285092" sldId="258"/>
            <ac:spMk id="2" creationId="{8BD529AA-6AE5-48A4-94B6-3D72B36BA43F}"/>
          </ac:spMkLst>
        </pc:spChg>
        <pc:spChg chg="mod">
          <ac:chgData name="Redmond, Michael A" userId="6b2689ca-cbb8-4f35-85b9-c472fe3ea77d" providerId="ADAL" clId="{6B9340BF-27A4-4664-BFE1-A20A01A07C8B}" dt="2025-10-20T20:33:20.357" v="114" actId="20577"/>
          <ac:spMkLst>
            <pc:docMk/>
            <pc:sldMk cId="3406285092" sldId="258"/>
            <ac:spMk id="3" creationId="{D5511D04-C45D-409C-82D0-99F88AC5D317}"/>
          </ac:spMkLst>
        </pc:spChg>
        <pc:picChg chg="del">
          <ac:chgData name="Redmond, Michael A" userId="6b2689ca-cbb8-4f35-85b9-c472fe3ea77d" providerId="ADAL" clId="{6B9340BF-27A4-4664-BFE1-A20A01A07C8B}" dt="2025-10-20T20:32:12.964" v="39" actId="478"/>
          <ac:picMkLst>
            <pc:docMk/>
            <pc:sldMk cId="3406285092" sldId="258"/>
            <ac:picMk id="7" creationId="{500F8AF7-8325-25D0-19AC-FFB68F794541}"/>
          </ac:picMkLst>
        </pc:picChg>
        <pc:picChg chg="add mod">
          <ac:chgData name="Redmond, Michael A" userId="6b2689ca-cbb8-4f35-85b9-c472fe3ea77d" providerId="ADAL" clId="{6B9340BF-27A4-4664-BFE1-A20A01A07C8B}" dt="2025-10-20T20:32:23.827" v="44" actId="1076"/>
          <ac:picMkLst>
            <pc:docMk/>
            <pc:sldMk cId="3406285092" sldId="258"/>
            <ac:picMk id="9" creationId="{D9F4C92C-4298-0F01-E92E-69E94D172C65}"/>
          </ac:picMkLst>
        </pc:picChg>
      </pc:sldChg>
      <pc:sldChg chg="addSp modSp new mod">
        <pc:chgData name="Redmond, Michael A" userId="6b2689ca-cbb8-4f35-85b9-c472fe3ea77d" providerId="ADAL" clId="{6B9340BF-27A4-4664-BFE1-A20A01A07C8B}" dt="2025-10-20T20:35:49.322" v="234" actId="20577"/>
        <pc:sldMkLst>
          <pc:docMk/>
          <pc:sldMk cId="804465845" sldId="264"/>
        </pc:sldMkLst>
        <pc:spChg chg="mod">
          <ac:chgData name="Redmond, Michael A" userId="6b2689ca-cbb8-4f35-85b9-c472fe3ea77d" providerId="ADAL" clId="{6B9340BF-27A4-4664-BFE1-A20A01A07C8B}" dt="2025-10-20T20:33:27.148" v="125" actId="20577"/>
          <ac:spMkLst>
            <pc:docMk/>
            <pc:sldMk cId="804465845" sldId="264"/>
            <ac:spMk id="2" creationId="{EE8E8662-91BA-506F-5E04-F81C366DC72B}"/>
          </ac:spMkLst>
        </pc:spChg>
        <pc:spChg chg="mod">
          <ac:chgData name="Redmond, Michael A" userId="6b2689ca-cbb8-4f35-85b9-c472fe3ea77d" providerId="ADAL" clId="{6B9340BF-27A4-4664-BFE1-A20A01A07C8B}" dt="2025-10-20T20:35:49.322" v="234" actId="20577"/>
          <ac:spMkLst>
            <pc:docMk/>
            <pc:sldMk cId="804465845" sldId="264"/>
            <ac:spMk id="3" creationId="{4ADB9F8F-679B-632B-2F70-CEFD2B5A3348}"/>
          </ac:spMkLst>
        </pc:spChg>
        <pc:picChg chg="add mod">
          <ac:chgData name="Redmond, Michael A" userId="6b2689ca-cbb8-4f35-85b9-c472fe3ea77d" providerId="ADAL" clId="{6B9340BF-27A4-4664-BFE1-A20A01A07C8B}" dt="2025-10-20T20:35:46.889" v="226" actId="1076"/>
          <ac:picMkLst>
            <pc:docMk/>
            <pc:sldMk cId="804465845" sldId="264"/>
            <ac:picMk id="5" creationId="{13A5E17D-16F4-A462-A4EC-E05B289B63FA}"/>
          </ac:picMkLst>
        </pc:picChg>
      </pc:sldChg>
      <pc:sldChg chg="new del">
        <pc:chgData name="Redmond, Michael A" userId="6b2689ca-cbb8-4f35-85b9-c472fe3ea77d" providerId="ADAL" clId="{6B9340BF-27A4-4664-BFE1-A20A01A07C8B}" dt="2025-10-20T20:36:17.861" v="237" actId="47"/>
        <pc:sldMkLst>
          <pc:docMk/>
          <pc:sldMk cId="403719028" sldId="265"/>
        </pc:sldMkLst>
      </pc:sldChg>
      <pc:sldChg chg="del">
        <pc:chgData name="Redmond, Michael A" userId="6b2689ca-cbb8-4f35-85b9-c472fe3ea77d" providerId="ADAL" clId="{6B9340BF-27A4-4664-BFE1-A20A01A07C8B}" dt="2025-10-20T20:31:57.298" v="0" actId="47"/>
        <pc:sldMkLst>
          <pc:docMk/>
          <pc:sldMk cId="4133685164" sldId="553"/>
        </pc:sldMkLst>
      </pc:sldChg>
      <pc:sldChg chg="del">
        <pc:chgData name="Redmond, Michael A" userId="6b2689ca-cbb8-4f35-85b9-c472fe3ea77d" providerId="ADAL" clId="{6B9340BF-27A4-4664-BFE1-A20A01A07C8B}" dt="2025-10-20T20:31:57.298" v="0" actId="47"/>
        <pc:sldMkLst>
          <pc:docMk/>
          <pc:sldMk cId="441323092" sldId="556"/>
        </pc:sldMkLst>
      </pc:sldChg>
      <pc:sldChg chg="del">
        <pc:chgData name="Redmond, Michael A" userId="6b2689ca-cbb8-4f35-85b9-c472fe3ea77d" providerId="ADAL" clId="{6B9340BF-27A4-4664-BFE1-A20A01A07C8B}" dt="2025-10-20T20:31:57.298" v="0" actId="47"/>
        <pc:sldMkLst>
          <pc:docMk/>
          <pc:sldMk cId="2952786789" sldId="557"/>
        </pc:sldMkLst>
      </pc:sldChg>
      <pc:sldChg chg="del">
        <pc:chgData name="Redmond, Michael A" userId="6b2689ca-cbb8-4f35-85b9-c472fe3ea77d" providerId="ADAL" clId="{6B9340BF-27A4-4664-BFE1-A20A01A07C8B}" dt="2025-10-20T20:31:57.298" v="0" actId="47"/>
        <pc:sldMkLst>
          <pc:docMk/>
          <pc:sldMk cId="3594695735" sldId="558"/>
        </pc:sldMkLst>
      </pc:sldChg>
      <pc:sldChg chg="del">
        <pc:chgData name="Redmond, Michael A" userId="6b2689ca-cbb8-4f35-85b9-c472fe3ea77d" providerId="ADAL" clId="{6B9340BF-27A4-4664-BFE1-A20A01A07C8B}" dt="2025-10-20T20:31:57.298" v="0" actId="47"/>
        <pc:sldMkLst>
          <pc:docMk/>
          <pc:sldMk cId="3224176454" sldId="559"/>
        </pc:sldMkLst>
      </pc:sldChg>
      <pc:sldChg chg="del">
        <pc:chgData name="Redmond, Michael A" userId="6b2689ca-cbb8-4f35-85b9-c472fe3ea77d" providerId="ADAL" clId="{6B9340BF-27A4-4664-BFE1-A20A01A07C8B}" dt="2025-10-20T20:31:57.298" v="0" actId="47"/>
        <pc:sldMkLst>
          <pc:docMk/>
          <pc:sldMk cId="3474643807" sldId="560"/>
        </pc:sldMkLst>
      </pc:sldChg>
      <pc:sldChg chg="del">
        <pc:chgData name="Redmond, Michael A" userId="6b2689ca-cbb8-4f35-85b9-c472fe3ea77d" providerId="ADAL" clId="{6B9340BF-27A4-4664-BFE1-A20A01A07C8B}" dt="2025-10-20T20:31:57.298" v="0" actId="47"/>
        <pc:sldMkLst>
          <pc:docMk/>
          <pc:sldMk cId="2133126571" sldId="561"/>
        </pc:sldMkLst>
      </pc:sldChg>
      <pc:sldChg chg="del">
        <pc:chgData name="Redmond, Michael A" userId="6b2689ca-cbb8-4f35-85b9-c472fe3ea77d" providerId="ADAL" clId="{6B9340BF-27A4-4664-BFE1-A20A01A07C8B}" dt="2025-10-20T20:31:57.298" v="0" actId="47"/>
        <pc:sldMkLst>
          <pc:docMk/>
          <pc:sldMk cId="381495041" sldId="562"/>
        </pc:sldMkLst>
      </pc:sldChg>
      <pc:sldChg chg="del">
        <pc:chgData name="Redmond, Michael A" userId="6b2689ca-cbb8-4f35-85b9-c472fe3ea77d" providerId="ADAL" clId="{6B9340BF-27A4-4664-BFE1-A20A01A07C8B}" dt="2025-10-20T20:31:57.298" v="0" actId="47"/>
        <pc:sldMkLst>
          <pc:docMk/>
          <pc:sldMk cId="2520614853" sldId="563"/>
        </pc:sldMkLst>
      </pc:sldChg>
      <pc:sldChg chg="del">
        <pc:chgData name="Redmond, Michael A" userId="6b2689ca-cbb8-4f35-85b9-c472fe3ea77d" providerId="ADAL" clId="{6B9340BF-27A4-4664-BFE1-A20A01A07C8B}" dt="2025-10-20T20:31:57.298" v="0" actId="47"/>
        <pc:sldMkLst>
          <pc:docMk/>
          <pc:sldMk cId="4061788124" sldId="564"/>
        </pc:sldMkLst>
      </pc:sldChg>
      <pc:sldChg chg="modSp add mod">
        <pc:chgData name="Redmond, Michael A" userId="6b2689ca-cbb8-4f35-85b9-c472fe3ea77d" providerId="ADAL" clId="{6B9340BF-27A4-4664-BFE1-A20A01A07C8B}" dt="2025-10-20T20:39:05.800" v="356" actId="20577"/>
        <pc:sldMkLst>
          <pc:docMk/>
          <pc:sldMk cId="3539500744" sldId="1549"/>
        </pc:sldMkLst>
        <pc:spChg chg="mod">
          <ac:chgData name="Redmond, Michael A" userId="6b2689ca-cbb8-4f35-85b9-c472fe3ea77d" providerId="ADAL" clId="{6B9340BF-27A4-4664-BFE1-A20A01A07C8B}" dt="2025-10-20T20:39:05.800" v="356" actId="20577"/>
          <ac:spMkLst>
            <pc:docMk/>
            <pc:sldMk cId="3539500744" sldId="1549"/>
            <ac:spMk id="3" creationId="{287FCA0A-3339-CC0C-456B-6FE6614A34B4}"/>
          </ac:spMkLst>
        </pc:spChg>
      </pc:sldChg>
      <pc:sldChg chg="addSp modSp new mod">
        <pc:chgData name="Redmond, Michael A" userId="6b2689ca-cbb8-4f35-85b9-c472fe3ea77d" providerId="ADAL" clId="{6B9340BF-27A4-4664-BFE1-A20A01A07C8B}" dt="2025-10-20T20:38:42.648" v="347" actId="1076"/>
        <pc:sldMkLst>
          <pc:docMk/>
          <pc:sldMk cId="1641555674" sldId="1550"/>
        </pc:sldMkLst>
        <pc:spChg chg="mod">
          <ac:chgData name="Redmond, Michael A" userId="6b2689ca-cbb8-4f35-85b9-c472fe3ea77d" providerId="ADAL" clId="{6B9340BF-27A4-4664-BFE1-A20A01A07C8B}" dt="2025-10-20T20:36:32.901" v="277" actId="1076"/>
          <ac:spMkLst>
            <pc:docMk/>
            <pc:sldMk cId="1641555674" sldId="1550"/>
            <ac:spMk id="2" creationId="{6C630A8D-D62A-7CF5-2618-504D1665EE2B}"/>
          </ac:spMkLst>
        </pc:spChg>
        <pc:spChg chg="mod">
          <ac:chgData name="Redmond, Michael A" userId="6b2689ca-cbb8-4f35-85b9-c472fe3ea77d" providerId="ADAL" clId="{6B9340BF-27A4-4664-BFE1-A20A01A07C8B}" dt="2025-10-20T20:38:38.048" v="345" actId="20577"/>
          <ac:spMkLst>
            <pc:docMk/>
            <pc:sldMk cId="1641555674" sldId="1550"/>
            <ac:spMk id="3" creationId="{C0438398-4AC9-B88D-17AC-CB3D2A114E2C}"/>
          </ac:spMkLst>
        </pc:spChg>
        <pc:picChg chg="add mod">
          <ac:chgData name="Redmond, Michael A" userId="6b2689ca-cbb8-4f35-85b9-c472fe3ea77d" providerId="ADAL" clId="{6B9340BF-27A4-4664-BFE1-A20A01A07C8B}" dt="2025-10-20T20:38:40.463" v="346" actId="1076"/>
          <ac:picMkLst>
            <pc:docMk/>
            <pc:sldMk cId="1641555674" sldId="1550"/>
            <ac:picMk id="5" creationId="{4786B76A-07B4-4BCC-E495-AD25508C1FC8}"/>
          </ac:picMkLst>
        </pc:picChg>
        <pc:picChg chg="add mod">
          <ac:chgData name="Redmond, Michael A" userId="6b2689ca-cbb8-4f35-85b9-c472fe3ea77d" providerId="ADAL" clId="{6B9340BF-27A4-4664-BFE1-A20A01A07C8B}" dt="2025-10-20T20:38:42.648" v="347" actId="1076"/>
          <ac:picMkLst>
            <pc:docMk/>
            <pc:sldMk cId="1641555674" sldId="1550"/>
            <ac:picMk id="7" creationId="{70119311-2F89-9F59-8730-1CE5B4FAD6C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10/20/2025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10/20/2025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E68DE55-0579-EC46-BD52-181870AF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200BB2-D6D1-6642-8F66-9B4F37EC8187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35C2BC9-7AF3-6D49-8036-36D81872E84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51527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37044-371D-C149-9F72-3D8FBA4605CF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DC5F3A3D-928C-F445-ACB3-2C38F21F6D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2F140A7-DF6E-3245-BC22-1F0E9CFEE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BAIS 6040: Data Programming in Python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425675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  <p15:guide id="2" pos="600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24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  <p:sldLayoutId id="2147483673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30" y="506891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Booleans and Flow Control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529AA-6AE5-48A4-94B6-3D72B36BA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11D04-C45D-409C-82D0-99F88AC5D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901952"/>
            <a:ext cx="6100790" cy="41276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45160" indent="-34290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sz="2800" dirty="0">
                <a:solidFill>
                  <a:schemeClr val="tx1"/>
                </a:solidFill>
                <a:latin typeface="Arial"/>
                <a:ea typeface="Arial" charset="0"/>
                <a:cs typeface="Arial"/>
                <a:sym typeface="Cabin"/>
              </a:rPr>
              <a:t>Can be simple or more complex</a:t>
            </a:r>
          </a:p>
          <a:p>
            <a:pPr marL="645160" indent="-34290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sz="2800" dirty="0">
                <a:solidFill>
                  <a:schemeClr val="tx1"/>
                </a:solidFill>
                <a:latin typeface="Arial"/>
                <a:ea typeface="Arial" charset="0"/>
                <a:cs typeface="Arial"/>
                <a:sym typeface="Cabin"/>
              </a:rPr>
              <a:t>Make sure to include titles, axis labels</a:t>
            </a:r>
            <a:endParaRPr lang="en-US" sz="2800" dirty="0">
              <a:solidFill>
                <a:schemeClr val="tx1"/>
              </a:solidFill>
              <a:latin typeface="Arial"/>
              <a:ea typeface="Arial" charset="0"/>
              <a:cs typeface="Arial"/>
            </a:endParaRPr>
          </a:p>
          <a:p>
            <a:pPr marL="45720" indent="0">
              <a:buNone/>
            </a:pPr>
            <a:endParaRPr lang="en-US" dirty="0">
              <a:ea typeface="Calibri" panose="020F0502020204030204" pitchFamily="34" charset="0"/>
            </a:endParaRPr>
          </a:p>
        </p:txBody>
      </p:sp>
      <p:pic>
        <p:nvPicPr>
          <p:cNvPr id="9" name="Picture 8" descr="A green bar graph and a white background&#10;&#10;AI-generated content may be incorrect.">
            <a:extLst>
              <a:ext uri="{FF2B5EF4-FFF2-40B4-BE49-F238E27FC236}">
                <a16:creationId xmlns:a16="http://schemas.microsoft.com/office/drawing/2014/main" id="{D9F4C92C-4298-0F01-E92E-69E94D172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96" y="3835400"/>
            <a:ext cx="5824482" cy="274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8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E8662-91BA-506F-5E04-F81C366D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B9F8F-679B-632B-2F70-CEFD2B5A3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901952"/>
            <a:ext cx="5632704" cy="4127627"/>
          </a:xfrm>
        </p:spPr>
        <p:txBody>
          <a:bodyPr/>
          <a:lstStyle/>
          <a:p>
            <a:r>
              <a:rPr lang="en-US" dirty="0"/>
              <a:t>Main, basic library in Python</a:t>
            </a:r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 err="1"/>
              <a:t>plt.function</a:t>
            </a:r>
            <a:endParaRPr lang="en-US" dirty="0"/>
          </a:p>
        </p:txBody>
      </p:sp>
      <p:pic>
        <p:nvPicPr>
          <p:cNvPr id="5" name="Picture 4" descr="A pie chart with different colors and numbers&#10;&#10;AI-generated content may be incorrect.">
            <a:extLst>
              <a:ext uri="{FF2B5EF4-FFF2-40B4-BE49-F238E27FC236}">
                <a16:creationId xmlns:a16="http://schemas.microsoft.com/office/drawing/2014/main" id="{13A5E17D-16F4-A462-A4EC-E05B289B6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46" y="3953065"/>
            <a:ext cx="5403604" cy="252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6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762D-3786-2CBB-3440-733C8EA9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F043-2797-1165-4AF8-61C981033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Seaborn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FCA0A-3339-CC0C-456B-6FE6614A34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Elevated package of matplotlib</a:t>
            </a:r>
          </a:p>
          <a:p>
            <a:r>
              <a:rPr lang="en-US" dirty="0"/>
              <a:t>seaborn.pydata.org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8E32C-D769-5343-B97A-E7897D3A9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BAIS 6040: Data Programming in Python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FED3BF-78EA-553B-1540-2D8D950A1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79" y="2801023"/>
            <a:ext cx="8583223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00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0A8D-D62A-7CF5-2618-504D1665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8" y="310877"/>
            <a:ext cx="6007101" cy="869089"/>
          </a:xfrm>
        </p:spPr>
        <p:txBody>
          <a:bodyPr/>
          <a:lstStyle/>
          <a:p>
            <a:r>
              <a:rPr lang="en-US" dirty="0"/>
              <a:t>Other visualization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38398-4AC9-B88D-17AC-CB3D2A114E2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 err="1"/>
              <a:t>pyplot</a:t>
            </a:r>
            <a:endParaRPr lang="en-US" dirty="0"/>
          </a:p>
          <a:p>
            <a:r>
              <a:rPr lang="en-US" dirty="0" err="1"/>
              <a:t>Plotnine</a:t>
            </a:r>
            <a:endParaRPr lang="en-US" dirty="0"/>
          </a:p>
          <a:p>
            <a:r>
              <a:rPr lang="en-US" dirty="0"/>
              <a:t>Bokeh</a:t>
            </a:r>
          </a:p>
          <a:p>
            <a:r>
              <a:rPr lang="en-US" dirty="0"/>
              <a:t>Altair</a:t>
            </a:r>
          </a:p>
          <a:p>
            <a:r>
              <a:rPr lang="en-US" dirty="0" err="1"/>
              <a:t>Geoplotlib</a:t>
            </a:r>
            <a:endParaRPr lang="en-US" dirty="0"/>
          </a:p>
        </p:txBody>
      </p:sp>
      <p:pic>
        <p:nvPicPr>
          <p:cNvPr id="5" name="Picture 4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4786B76A-07B4-4BCC-E495-AD25508C1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98" y="4885492"/>
            <a:ext cx="1395413" cy="1049541"/>
          </a:xfrm>
          <a:prstGeom prst="rect">
            <a:avLst/>
          </a:prstGeom>
        </p:spPr>
      </p:pic>
      <p:pic>
        <p:nvPicPr>
          <p:cNvPr id="7" name="Picture 6" descr="A logo with a flower and a letter&#10;&#10;AI-generated content may be incorrect.">
            <a:extLst>
              <a:ext uri="{FF2B5EF4-FFF2-40B4-BE49-F238E27FC236}">
                <a16:creationId xmlns:a16="http://schemas.microsoft.com/office/drawing/2014/main" id="{70119311-2F89-9F59-8730-1CE5B4FAD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487" y="5124512"/>
            <a:ext cx="2005013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55674"/>
      </p:ext>
    </p:extLst>
  </p:cSld>
  <p:clrMapOvr>
    <a:masterClrMapping/>
  </p:clrMapOvr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281</TotalTime>
  <Words>70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Roboto</vt:lpstr>
      <vt:lpstr>Banded Design UI Gold 16x9</vt:lpstr>
      <vt:lpstr>Data Programming  in Python _________________ Booleans and Flow Control</vt:lpstr>
      <vt:lpstr>Visualizations in Python</vt:lpstr>
      <vt:lpstr>Matplotlib</vt:lpstr>
      <vt:lpstr>Seaborn</vt:lpstr>
      <vt:lpstr>Other visualization libraries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48</cp:revision>
  <dcterms:created xsi:type="dcterms:W3CDTF">2025-07-14T11:21:17Z</dcterms:created>
  <dcterms:modified xsi:type="dcterms:W3CDTF">2025-10-20T20:39:10Z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