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03A2E6-8E29-453B-BD9B-4E599A0C04E4}" v="6" dt="2025-09-24T11:32:47.993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custSel modSld">
      <pc:chgData name="Redmond, Michael A" userId="6b2689ca-cbb8-4f35-85b9-c472fe3ea77d" providerId="ADAL" clId="{6B9340BF-27A4-4664-BFE1-A20A01A07C8B}" dt="2025-09-24T11:34:06.623" v="128" actId="1076"/>
      <pc:docMkLst>
        <pc:docMk/>
      </pc:docMkLst>
      <pc:sldChg chg="modSp mod">
        <pc:chgData name="Redmond, Michael A" userId="6b2689ca-cbb8-4f35-85b9-c472fe3ea77d" providerId="ADAL" clId="{6B9340BF-27A4-4664-BFE1-A20A01A07C8B}" dt="2025-09-24T11:34:06.623" v="128" actId="1076"/>
        <pc:sldMkLst>
          <pc:docMk/>
          <pc:sldMk cId="2106977553" sldId="261"/>
        </pc:sldMkLst>
        <pc:spChg chg="mod">
          <ac:chgData name="Redmond, Michael A" userId="6b2689ca-cbb8-4f35-85b9-c472fe3ea77d" providerId="ADAL" clId="{6B9340BF-27A4-4664-BFE1-A20A01A07C8B}" dt="2025-09-24T11:33:56.678" v="125" actId="20577"/>
          <ac:spMkLst>
            <pc:docMk/>
            <pc:sldMk cId="2106977553" sldId="261"/>
            <ac:spMk id="3" creationId="{7BC72801-15D4-E186-C534-72926D18FEC4}"/>
          </ac:spMkLst>
        </pc:spChg>
        <pc:picChg chg="mod">
          <ac:chgData name="Redmond, Michael A" userId="6b2689ca-cbb8-4f35-85b9-c472fe3ea77d" providerId="ADAL" clId="{6B9340BF-27A4-4664-BFE1-A20A01A07C8B}" dt="2025-09-24T11:34:06.623" v="128" actId="1076"/>
          <ac:picMkLst>
            <pc:docMk/>
            <pc:sldMk cId="2106977553" sldId="261"/>
            <ac:picMk id="7" creationId="{B9DD47D9-2219-9682-ACD1-B2BE60F459BB}"/>
          </ac:picMkLst>
        </pc:picChg>
      </pc:sldChg>
      <pc:sldChg chg="addSp delSp modSp mod">
        <pc:chgData name="Redmond, Michael A" userId="6b2689ca-cbb8-4f35-85b9-c472fe3ea77d" providerId="ADAL" clId="{6B9340BF-27A4-4664-BFE1-A20A01A07C8B}" dt="2025-09-24T11:32:51.684" v="20" actId="1076"/>
        <pc:sldMkLst>
          <pc:docMk/>
          <pc:sldMk cId="363488498" sldId="262"/>
        </pc:sldMkLst>
        <pc:picChg chg="del">
          <ac:chgData name="Redmond, Michael A" userId="6b2689ca-cbb8-4f35-85b9-c472fe3ea77d" providerId="ADAL" clId="{6B9340BF-27A4-4664-BFE1-A20A01A07C8B}" dt="2025-09-24T11:31:13.825" v="7" actId="478"/>
          <ac:picMkLst>
            <pc:docMk/>
            <pc:sldMk cId="363488498" sldId="262"/>
            <ac:picMk id="5" creationId="{F20C4C42-BC85-4291-5AF2-5A88655DC9F4}"/>
          </ac:picMkLst>
        </pc:picChg>
        <pc:picChg chg="add mod">
          <ac:chgData name="Redmond, Michael A" userId="6b2689ca-cbb8-4f35-85b9-c472fe3ea77d" providerId="ADAL" clId="{6B9340BF-27A4-4664-BFE1-A20A01A07C8B}" dt="2025-09-24T11:32:51.684" v="20" actId="1076"/>
          <ac:picMkLst>
            <pc:docMk/>
            <pc:sldMk cId="363488498" sldId="262"/>
            <ac:picMk id="6" creationId="{5AB2B8DF-CA5D-1B19-8952-C4E3C1FCD85D}"/>
          </ac:picMkLst>
        </pc:picChg>
        <pc:picChg chg="add mod">
          <ac:chgData name="Redmond, Michael A" userId="6b2689ca-cbb8-4f35-85b9-c472fe3ea77d" providerId="ADAL" clId="{6B9340BF-27A4-4664-BFE1-A20A01A07C8B}" dt="2025-09-24T11:32:47.993" v="19" actId="1076"/>
          <ac:picMkLst>
            <pc:docMk/>
            <pc:sldMk cId="363488498" sldId="262"/>
            <ac:picMk id="7" creationId="{DE6728EC-E176-D174-616D-FC06A94C17F6}"/>
          </ac:picMkLst>
        </pc:picChg>
      </pc:sldChg>
      <pc:sldChg chg="modSp mod">
        <pc:chgData name="Redmond, Michael A" userId="6b2689ca-cbb8-4f35-85b9-c472fe3ea77d" providerId="ADAL" clId="{6B9340BF-27A4-4664-BFE1-A20A01A07C8B}" dt="2025-09-24T11:29:13.850" v="6" actId="20577"/>
        <pc:sldMkLst>
          <pc:docMk/>
          <pc:sldMk cId="3047895403" sldId="263"/>
        </pc:sldMkLst>
        <pc:spChg chg="mod">
          <ac:chgData name="Redmond, Michael A" userId="6b2689ca-cbb8-4f35-85b9-c472fe3ea77d" providerId="ADAL" clId="{6B9340BF-27A4-4664-BFE1-A20A01A07C8B}" dt="2025-09-24T11:29:13.850" v="6" actId="20577"/>
          <ac:spMkLst>
            <pc:docMk/>
            <pc:sldMk cId="3047895403" sldId="263"/>
            <ac:spMk id="2" creationId="{C5F626C0-457E-716A-AB10-82754B12D40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9/24/2025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9/24/2025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Module 4 Wrap-up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5843541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Module Objectives: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Reading and Writing Files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Pandas Data Structures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Distinguish between Modules and Packages</a:t>
            </a:r>
            <a:endParaRPr lang="en-US" dirty="0">
              <a:ea typeface="Calibri"/>
            </a:endParaRPr>
          </a:p>
          <a:p>
            <a:pPr marL="45720" indent="0">
              <a:buNone/>
            </a:pP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B2B8DF-CA5D-1B19-8952-C4E3C1FC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086" y="4399198"/>
            <a:ext cx="2682240" cy="1899657"/>
          </a:xfrm>
          <a:prstGeom prst="rect">
            <a:avLst/>
          </a:prstGeom>
        </p:spPr>
      </p:pic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DE6728EC-E176-D174-616D-FC06A94C1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5049519"/>
            <a:ext cx="2875280" cy="59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39-FC83-3EAF-D025-E45D5284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63538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2801-15D4-E186-C534-72926D18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00923"/>
            <a:ext cx="6281833" cy="30806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We learned:</a:t>
            </a:r>
            <a:endParaRPr lang="en-US" dirty="0"/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Reading and writing .txt, .csv &amp; .</a:t>
            </a:r>
            <a:r>
              <a:rPr lang="en-US" dirty="0" err="1">
                <a:latin typeface="Calibri"/>
                <a:ea typeface="Calibri"/>
                <a:cs typeface="Calibri"/>
              </a:rPr>
              <a:t>json</a:t>
            </a:r>
            <a:r>
              <a:rPr lang="en-US" dirty="0">
                <a:latin typeface="Calibri"/>
                <a:ea typeface="Calibri"/>
                <a:cs typeface="Calibri"/>
              </a:rPr>
              <a:t> files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Pandas Series and </a:t>
            </a:r>
            <a:r>
              <a:rPr lang="en-US" dirty="0" err="1">
                <a:latin typeface="Calibri"/>
                <a:ea typeface="Calibri"/>
                <a:cs typeface="Calibri"/>
              </a:rPr>
              <a:t>Dataframes</a:t>
            </a:r>
            <a:endParaRPr lang="en-US" dirty="0">
              <a:ea typeface="Calibri" panose="020F0502020204030204" pitchFamily="34" charset="0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Directories and File Paths</a:t>
            </a: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Python modules and packages</a:t>
            </a:r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  <a:p>
            <a:pPr lvl="1"/>
            <a:endParaRPr lang="en-US" dirty="0">
              <a:ea typeface="Calibri" panose="020F0502020204030204" pitchFamily="34" charset="0"/>
            </a:endParaRPr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9DD47D9-2219-9682-ACD1-B2BE60F45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197" y="4447715"/>
            <a:ext cx="2714843" cy="201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5</TotalTime>
  <Words>67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Banded Design UI Gold 16x9</vt:lpstr>
      <vt:lpstr>Data Programming  in Python _________________ Module 4 Wrap-up</vt:lpstr>
      <vt:lpstr>BAIS 6040: Data Programming in Python</vt:lpstr>
      <vt:lpstr>BAIS 6040: Data 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42</cp:revision>
  <dcterms:created xsi:type="dcterms:W3CDTF">2025-07-14T11:21:17Z</dcterms:created>
  <dcterms:modified xsi:type="dcterms:W3CDTF">2025-09-24T11:34:08Z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