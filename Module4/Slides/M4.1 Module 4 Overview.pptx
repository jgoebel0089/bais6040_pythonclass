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30393-75AA-BCDB-C035-11BE7742EB3A}" v="2" dt="2025-08-14T09:53:49.383"/>
    <p1510:client id="{877E0035-AEAE-5178-32CA-152E2C007990}" v="52" dt="2025-08-14T10:12:32.338"/>
    <p1510:client id="{94B9DE5A-83E1-1C0C-535D-388CC56CBBB7}" v="68" dt="2025-08-14T10:05:25.750"/>
    <p1510:client id="{CD8FE080-1AF0-1356-3299-80933D42640E}" v="152" dt="2025-08-14T09:49:43.681"/>
    <p1510:client id="{CF738282-5857-D599-EEB3-022F275696FC}" v="137" dt="2025-08-14T09:57:37.872"/>
    <p1510:client id="{FB2A2A78-CA70-E54C-DEEC-C7152CD29536}" v="26" dt="2025-08-14T08:50:19.059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4 Overview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Reading and Writing Files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Pandas Data Structures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Distinguish between Modules and Packages</a:t>
            </a:r>
            <a:endParaRPr lang="en-US">
              <a:ea typeface="Calibri"/>
            </a:endParaRPr>
          </a:p>
          <a:p>
            <a:pPr marL="45720" indent="0">
              <a:buNone/>
            </a:pP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/>
          </a:p>
          <a:p>
            <a:pPr lvl="1"/>
            <a:endParaRPr lang="en-US"/>
          </a:p>
        </p:txBody>
      </p:sp>
      <p:pic>
        <p:nvPicPr>
          <p:cNvPr id="5" name="Graphic 4" descr="Presentation with checklist with solid fill">
            <a:extLst>
              <a:ext uri="{FF2B5EF4-FFF2-40B4-BE49-F238E27FC236}">
                <a16:creationId xmlns:a16="http://schemas.microsoft.com/office/drawing/2014/main" id="{F20C4C42-BC85-4291-5AF2-5A88655DC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55" y="5185334"/>
            <a:ext cx="1455964" cy="14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In this module: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Reading and writing CSV, JSON files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Pandas Series and </a:t>
            </a:r>
            <a:r>
              <a:rPr lang="en-US" dirty="0" err="1">
                <a:latin typeface="Calibri"/>
                <a:ea typeface="Calibri"/>
                <a:cs typeface="Calibri"/>
              </a:rPr>
              <a:t>Dataframes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Python modules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Python packages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" y="4076457"/>
            <a:ext cx="3112185" cy="23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0</TotalTime>
  <Words>59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4 Overview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42</cp:revision>
  <dcterms:created xsi:type="dcterms:W3CDTF">2025-07-14T11:21:17Z</dcterms:created>
  <dcterms:modified xsi:type="dcterms:W3CDTF">2025-09-24T11:28:37Z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