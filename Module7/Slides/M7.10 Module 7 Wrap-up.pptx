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3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7F1A28-ACBD-4847-B18C-44B25B7F6E88}" v="2" dt="2025-10-16T13:47:39.200"/>
  </p1510:revLst>
</p1510:revInfo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39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mond, Michael A" userId="6b2689ca-cbb8-4f35-85b9-c472fe3ea77d" providerId="ADAL" clId="{6B9340BF-27A4-4664-BFE1-A20A01A07C8B}"/>
    <pc:docChg chg="custSel modSld">
      <pc:chgData name="Redmond, Michael A" userId="6b2689ca-cbb8-4f35-85b9-c472fe3ea77d" providerId="ADAL" clId="{6B9340BF-27A4-4664-BFE1-A20A01A07C8B}" dt="2025-10-16T13:50:15.642" v="278" actId="20577"/>
      <pc:docMkLst>
        <pc:docMk/>
      </pc:docMkLst>
      <pc:sldChg chg="modSp mod">
        <pc:chgData name="Redmond, Michael A" userId="6b2689ca-cbb8-4f35-85b9-c472fe3ea77d" providerId="ADAL" clId="{6B9340BF-27A4-4664-BFE1-A20A01A07C8B}" dt="2025-10-16T13:50:15.642" v="278" actId="20577"/>
        <pc:sldMkLst>
          <pc:docMk/>
          <pc:sldMk cId="2106977553" sldId="261"/>
        </pc:sldMkLst>
        <pc:spChg chg="mod">
          <ac:chgData name="Redmond, Michael A" userId="6b2689ca-cbb8-4f35-85b9-c472fe3ea77d" providerId="ADAL" clId="{6B9340BF-27A4-4664-BFE1-A20A01A07C8B}" dt="2025-10-16T13:50:15.642" v="278" actId="20577"/>
          <ac:spMkLst>
            <pc:docMk/>
            <pc:sldMk cId="2106977553" sldId="261"/>
            <ac:spMk id="3" creationId="{7BC72801-15D4-E186-C534-72926D18FEC4}"/>
          </ac:spMkLst>
        </pc:spChg>
      </pc:sldChg>
      <pc:sldChg chg="addSp delSp modSp mod">
        <pc:chgData name="Redmond, Michael A" userId="6b2689ca-cbb8-4f35-85b9-c472fe3ea77d" providerId="ADAL" clId="{6B9340BF-27A4-4664-BFE1-A20A01A07C8B}" dt="2025-10-16T13:49:16.183" v="134" actId="14100"/>
        <pc:sldMkLst>
          <pc:docMk/>
          <pc:sldMk cId="363488498" sldId="262"/>
        </pc:sldMkLst>
        <pc:spChg chg="mod">
          <ac:chgData name="Redmond, Michael A" userId="6b2689ca-cbb8-4f35-85b9-c472fe3ea77d" providerId="ADAL" clId="{6B9340BF-27A4-4664-BFE1-A20A01A07C8B}" dt="2025-10-16T13:49:16.183" v="134" actId="14100"/>
          <ac:spMkLst>
            <pc:docMk/>
            <pc:sldMk cId="363488498" sldId="262"/>
            <ac:spMk id="3" creationId="{D0F58480-0021-1C28-0B17-D7ED2DEABFAF}"/>
          </ac:spMkLst>
        </pc:spChg>
        <pc:picChg chg="del">
          <ac:chgData name="Redmond, Michael A" userId="6b2689ca-cbb8-4f35-85b9-c472fe3ea77d" providerId="ADAL" clId="{6B9340BF-27A4-4664-BFE1-A20A01A07C8B}" dt="2025-10-16T13:47:36.005" v="2" actId="478"/>
          <ac:picMkLst>
            <pc:docMk/>
            <pc:sldMk cId="363488498" sldId="262"/>
            <ac:picMk id="5" creationId="{35836292-D54F-F93C-6DFE-BC5C23112384}"/>
          </ac:picMkLst>
        </pc:picChg>
        <pc:picChg chg="del">
          <ac:chgData name="Redmond, Michael A" userId="6b2689ca-cbb8-4f35-85b9-c472fe3ea77d" providerId="ADAL" clId="{6B9340BF-27A4-4664-BFE1-A20A01A07C8B}" dt="2025-10-16T13:47:37.927" v="3" actId="478"/>
          <ac:picMkLst>
            <pc:docMk/>
            <pc:sldMk cId="363488498" sldId="262"/>
            <ac:picMk id="9" creationId="{80D9CFA5-963D-6CCA-18B4-03912CD9454B}"/>
          </ac:picMkLst>
        </pc:picChg>
        <pc:picChg chg="add mod">
          <ac:chgData name="Redmond, Michael A" userId="6b2689ca-cbb8-4f35-85b9-c472fe3ea77d" providerId="ADAL" clId="{6B9340BF-27A4-4664-BFE1-A20A01A07C8B}" dt="2025-10-16T13:48:20.117" v="10" actId="1076"/>
          <ac:picMkLst>
            <pc:docMk/>
            <pc:sldMk cId="363488498" sldId="262"/>
            <ac:picMk id="10" creationId="{1BB2392E-D762-32D9-0E7A-0C083519E01E}"/>
          </ac:picMkLst>
        </pc:picChg>
        <pc:picChg chg="add mod">
          <ac:chgData name="Redmond, Michael A" userId="6b2689ca-cbb8-4f35-85b9-c472fe3ea77d" providerId="ADAL" clId="{6B9340BF-27A4-4664-BFE1-A20A01A07C8B}" dt="2025-10-16T13:48:18.104" v="9" actId="1076"/>
          <ac:picMkLst>
            <pc:docMk/>
            <pc:sldMk cId="363488498" sldId="262"/>
            <ac:picMk id="12" creationId="{FBEDE08D-C8AF-9329-D100-9381259C637E}"/>
          </ac:picMkLst>
        </pc:picChg>
      </pc:sldChg>
      <pc:sldChg chg="modSp mod">
        <pc:chgData name="Redmond, Michael A" userId="6b2689ca-cbb8-4f35-85b9-c472fe3ea77d" providerId="ADAL" clId="{6B9340BF-27A4-4664-BFE1-A20A01A07C8B}" dt="2025-10-16T13:46:38.692" v="1" actId="20577"/>
        <pc:sldMkLst>
          <pc:docMk/>
          <pc:sldMk cId="3047895403" sldId="263"/>
        </pc:sldMkLst>
        <pc:spChg chg="mod">
          <ac:chgData name="Redmond, Michael A" userId="6b2689ca-cbb8-4f35-85b9-c472fe3ea77d" providerId="ADAL" clId="{6B9340BF-27A4-4664-BFE1-A20A01A07C8B}" dt="2025-10-16T13:46:38.692" v="1" actId="20577"/>
          <ac:spMkLst>
            <pc:docMk/>
            <pc:sldMk cId="3047895403" sldId="263"/>
            <ac:spMk id="2" creationId="{C5F626C0-457E-716A-AB10-82754B12D40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10/16/2025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10/16/2025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467360"/>
            <a:ext cx="8392079" cy="2116228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 Programming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 Python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_________________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Module 7 Wrap-up</a:t>
            </a:r>
            <a:endParaRPr lang="en-US" dirty="0"/>
          </a:p>
        </p:txBody>
      </p:sp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04997-487F-5C91-7B70-C36C2FB5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B78B-F16B-CB91-3789-CE8BCBD4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08132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58480-0021-1C28-0B17-D7ED2DEA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61080"/>
            <a:ext cx="6212730" cy="37232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Module Objectives:</a:t>
            </a: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Machine Learning Algorithms</a:t>
            </a: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Utilizing Scikit-learn for ML</a:t>
            </a: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Evaluate performance of models</a:t>
            </a:r>
            <a:endParaRPr lang="en-US" dirty="0">
              <a:ea typeface="Calibri"/>
            </a:endParaRPr>
          </a:p>
          <a:p>
            <a:pPr marL="45720" indent="0">
              <a:buNone/>
            </a:pP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10" name="Picture 9" descr="A green line graph with black lines&#10;&#10;AI-generated content may be incorrect.">
            <a:extLst>
              <a:ext uri="{FF2B5EF4-FFF2-40B4-BE49-F238E27FC236}">
                <a16:creationId xmlns:a16="http://schemas.microsoft.com/office/drawing/2014/main" id="{1BB2392E-D762-32D9-0E7A-0C083519E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960" y="4480559"/>
            <a:ext cx="2763520" cy="203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EDE08D-C8AF-9329-D100-9381259C6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90" y="4551123"/>
            <a:ext cx="3274438" cy="189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81539-FC83-3EAF-D025-E45D5284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63538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72801-15D4-E186-C534-72926D18F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90" y="1341581"/>
            <a:ext cx="6456570" cy="30806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We learned:</a:t>
            </a:r>
            <a:endParaRPr lang="en-US" dirty="0"/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Classification vs. Regression Algorithms</a:t>
            </a: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Training and testing data</a:t>
            </a: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Fitting and scoring a model</a:t>
            </a: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Adjusting parameters and choosing best model</a:t>
            </a:r>
          </a:p>
          <a:p>
            <a:pPr lvl="1"/>
            <a:endParaRPr lang="en-US" dirty="0">
              <a:ea typeface="Calibri" panose="020F0502020204030204" pitchFamily="34" charset="0"/>
            </a:endParaRPr>
          </a:p>
          <a:p>
            <a:pPr lvl="1"/>
            <a:endParaRPr lang="en-US" dirty="0">
              <a:ea typeface="Calibri" panose="020F0502020204030204" pitchFamily="34" charset="0"/>
            </a:endParaRPr>
          </a:p>
          <a:p>
            <a:pPr lvl="1"/>
            <a:endParaRPr lang="en-US" dirty="0">
              <a:ea typeface="Calibri" panose="020F0502020204030204" pitchFamily="34" charset="0"/>
            </a:endParaRPr>
          </a:p>
        </p:txBody>
      </p:sp>
      <p:pic>
        <p:nvPicPr>
          <p:cNvPr id="7" name="Picture 6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B9DD47D9-2219-9682-ACD1-B2BE60F459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197" y="4447715"/>
            <a:ext cx="2714843" cy="201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7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TotalTime>21</TotalTime>
  <Words>62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Banded Design UI Gold 16x9</vt:lpstr>
      <vt:lpstr>Data Programming  in Python _________________ Module 7 Wrap-up</vt:lpstr>
      <vt:lpstr>BAIS 6040: Data Programming in Python</vt:lpstr>
      <vt:lpstr>BAIS 6040: Data Programming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lastModifiedBy>Redmond, Michael A</cp:lastModifiedBy>
  <cp:revision>45</cp:revision>
  <dcterms:created xsi:type="dcterms:W3CDTF">2025-07-14T11:21:17Z</dcterms:created>
  <dcterms:modified xsi:type="dcterms:W3CDTF">2025-10-16T13:50:20Z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</Properties>
</file>