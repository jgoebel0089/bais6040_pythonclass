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3" r:id="rId5"/>
    <p:sldId id="262" r:id="rId6"/>
    <p:sldId id="264" r:id="rId7"/>
    <p:sldId id="266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yn Goebel" userId="99479511-35b1-4688-969f-6a84e611147c" providerId="ADAL" clId="{9D8FE9D8-8603-403B-A64D-317B8942BA34}"/>
    <pc:docChg chg="mod modMainMaster">
      <pc:chgData name="Jacyn Goebel" userId="99479511-35b1-4688-969f-6a84e611147c" providerId="ADAL" clId="{9D8FE9D8-8603-403B-A64D-317B8942BA34}" dt="2026-03-03T18:41:05.682" v="1" actId="33475"/>
      <pc:docMkLst>
        <pc:docMk/>
      </pc:docMkLst>
      <pc:sldMasterChg chg="addSp mod">
        <pc:chgData name="Jacyn Goebel" userId="99479511-35b1-4688-969f-6a84e611147c" providerId="ADAL" clId="{9D8FE9D8-8603-403B-A64D-317B8942BA34}" dt="2026-03-03T18:41:05.680" v="0" actId="33475"/>
        <pc:sldMasterMkLst>
          <pc:docMk/>
          <pc:sldMasterMk cId="2563760958" sldId="2147483648"/>
        </pc:sldMasterMkLst>
        <pc:spChg chg="add">
          <ac:chgData name="Jacyn Goebel" userId="99479511-35b1-4688-969f-6a84e611147c" providerId="ADAL" clId="{9D8FE9D8-8603-403B-A64D-317B8942BA34}" dt="2026-03-03T18:41:05.680" v="0" actId="33475"/>
          <ac:spMkLst>
            <pc:docMk/>
            <pc:sldMasterMk cId="2563760958" sldId="2147483648"/>
            <ac:spMk id="5" creationId="{14B1973A-7AF3-9FFC-FDB0-83E1205FB482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3/3/2026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3/3/2026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1973A-7AF3-9FFC-FDB0-83E1205FB48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Machine Learning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 dirty="0"/>
              <a:t>Machine Learning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6212730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</a:rPr>
              <a:t>Computers make decisions or learn based on data</a:t>
            </a:r>
          </a:p>
          <a:p>
            <a:r>
              <a:rPr lang="en-US" dirty="0">
                <a:ea typeface="Calibri"/>
              </a:rPr>
              <a:t>Supervised: Use features (X) to predict target (y)</a:t>
            </a:r>
          </a:p>
          <a:p>
            <a:r>
              <a:rPr lang="en-US" dirty="0">
                <a:ea typeface="Calibri"/>
              </a:rPr>
              <a:t>Unsupervised: Finding hidden patterns, groups in unlabeled data</a:t>
            </a:r>
          </a:p>
          <a:p>
            <a:pPr marL="56007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 descr="A mailbox with a sign and envelopes&#10;&#10;AI-generated content may be incorrect.">
            <a:extLst>
              <a:ext uri="{FF2B5EF4-FFF2-40B4-BE49-F238E27FC236}">
                <a16:creationId xmlns:a16="http://schemas.microsoft.com/office/drawing/2014/main" id="{6C6FB1D5-8AC9-7A95-3E30-1FD51B6AA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362" y="4820574"/>
            <a:ext cx="2602230" cy="17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3E493-9F37-694C-F7C5-451F3D15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58DC-9046-3C97-5F42-36AD9C51F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773936"/>
            <a:ext cx="5632704" cy="4127627"/>
          </a:xfrm>
        </p:spPr>
        <p:txBody>
          <a:bodyPr/>
          <a:lstStyle/>
          <a:p>
            <a:r>
              <a:rPr lang="en-US" dirty="0"/>
              <a:t>No missing values</a:t>
            </a:r>
          </a:p>
          <a:p>
            <a:r>
              <a:rPr lang="en-US" dirty="0"/>
              <a:t>Data in numeric format</a:t>
            </a:r>
          </a:p>
          <a:p>
            <a:r>
              <a:rPr lang="en-US" dirty="0"/>
              <a:t>Stored in pandas </a:t>
            </a:r>
            <a:r>
              <a:rPr lang="en-US" dirty="0" err="1"/>
              <a:t>df</a:t>
            </a:r>
            <a:r>
              <a:rPr lang="en-US" dirty="0"/>
              <a:t> or np array</a:t>
            </a:r>
          </a:p>
          <a:p>
            <a:r>
              <a:rPr lang="en-US" dirty="0"/>
              <a:t>Create dummy variables</a:t>
            </a:r>
          </a:p>
          <a:p>
            <a:r>
              <a:rPr lang="en-US" dirty="0"/>
              <a:t>Feature transformation</a:t>
            </a:r>
          </a:p>
        </p:txBody>
      </p:sp>
      <p:pic>
        <p:nvPicPr>
          <p:cNvPr id="5" name="Picture 4" descr="A computer with arrows coming out of it&#10;&#10;AI-generated content may be incorrect.">
            <a:extLst>
              <a:ext uri="{FF2B5EF4-FFF2-40B4-BE49-F238E27FC236}">
                <a16:creationId xmlns:a16="http://schemas.microsoft.com/office/drawing/2014/main" id="{A28AE3D0-EFD6-1F5F-B273-CBE96298F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553" y="5158630"/>
            <a:ext cx="2274189" cy="131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0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36C9-BC17-0093-7EAA-291FCF4D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Testing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406E-EC1F-369C-C4D0-6E74EB7F5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data so some is used to fit (train) the model and the other is used to test</a:t>
            </a:r>
          </a:p>
          <a:p>
            <a:r>
              <a:rPr lang="en-US" dirty="0"/>
              <a:t>Could be 80/20, 70/30, 90/10 split</a:t>
            </a:r>
          </a:p>
          <a:p>
            <a:pPr lvl="1"/>
            <a:r>
              <a:rPr lang="en-US" dirty="0"/>
              <a:t>Can also use cross-validation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DC2CD-640B-47AD-2458-011959323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6424"/>
            <a:ext cx="3065780" cy="1760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9A44DF-707E-BFD7-F571-04131E4EC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736" y="4253877"/>
            <a:ext cx="4225240" cy="197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5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B3CFC-6C35-8364-134B-9CA85AAA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8FA6A-1B40-AA26-C0B9-136A0F64C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sklearn</a:t>
            </a:r>
            <a:r>
              <a:rPr lang="en-US" dirty="0"/>
              <a:t> module and model</a:t>
            </a:r>
          </a:p>
          <a:p>
            <a:r>
              <a:rPr lang="en-US" dirty="0"/>
              <a:t>Create a model object</a:t>
            </a:r>
          </a:p>
          <a:p>
            <a:r>
              <a:rPr lang="en-US" dirty="0"/>
              <a:t>Fit your data to that model</a:t>
            </a:r>
          </a:p>
          <a:p>
            <a:r>
              <a:rPr lang="en-US" dirty="0"/>
              <a:t>Make predictions or test 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06CCE-9962-DBA9-8C85-1D826833B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34" y="4485374"/>
            <a:ext cx="4448796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9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4D74-F893-0326-8EAA-DA58F205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6F4B5-6A66-238B-2377-72F9B03DD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 or R^2 (Regression)</a:t>
            </a:r>
          </a:p>
          <a:p>
            <a:r>
              <a:rPr lang="en-US" dirty="0"/>
              <a:t>F1 Score</a:t>
            </a:r>
          </a:p>
          <a:p>
            <a:r>
              <a:rPr lang="en-US" dirty="0"/>
              <a:t>Area under ROC Curve</a:t>
            </a:r>
          </a:p>
        </p:txBody>
      </p:sp>
      <p:pic>
        <p:nvPicPr>
          <p:cNvPr id="4" name="Picture 3" descr="A diagram of a curve&#10;&#10;AI-generated content may be incorrect.">
            <a:extLst>
              <a:ext uri="{FF2B5EF4-FFF2-40B4-BE49-F238E27FC236}">
                <a16:creationId xmlns:a16="http://schemas.microsoft.com/office/drawing/2014/main" id="{7C550394-BC4C-9705-80A0-A80153B42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7" y="3834821"/>
            <a:ext cx="3656724" cy="268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3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DCDF-1EFA-AB15-7C38-15640783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8C081-4807-2553-8BE8-EFB03BDE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5242560" cy="4127627"/>
          </a:xfrm>
        </p:spPr>
        <p:txBody>
          <a:bodyPr/>
          <a:lstStyle/>
          <a:p>
            <a:r>
              <a:rPr lang="en-US" dirty="0"/>
              <a:t>Best scoring performance</a:t>
            </a:r>
          </a:p>
          <a:p>
            <a:r>
              <a:rPr lang="en-US" dirty="0"/>
              <a:t>Change hyperparameters</a:t>
            </a:r>
          </a:p>
          <a:p>
            <a:pPr lvl="1"/>
            <a:r>
              <a:rPr lang="en-US" dirty="0"/>
              <a:t>Options for each model</a:t>
            </a:r>
          </a:p>
          <a:p>
            <a:r>
              <a:rPr lang="en-US" dirty="0"/>
              <a:t>Systematically done with </a:t>
            </a:r>
            <a:r>
              <a:rPr lang="en-US" dirty="0" err="1"/>
              <a:t>GridSearch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B1703-A042-CFF3-06BA-F4BB360E4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" y="4946877"/>
            <a:ext cx="5733932" cy="144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1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132</TotalTime>
  <Words>155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Banded Design UI Gold 16x9</vt:lpstr>
      <vt:lpstr>Data Programming  in Python _________________ Machine Learning</vt:lpstr>
      <vt:lpstr>Machine Learning Objective</vt:lpstr>
      <vt:lpstr>Before Machine Learning</vt:lpstr>
      <vt:lpstr>Training and Testing Data</vt:lpstr>
      <vt:lpstr>General format</vt:lpstr>
      <vt:lpstr>Scoring Measures</vt:lpstr>
      <vt:lpstr>Model Selection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Jacyn Goebel</cp:lastModifiedBy>
  <cp:revision>46</cp:revision>
  <dcterms:created xsi:type="dcterms:W3CDTF">2025-07-14T11:21:17Z</dcterms:created>
  <dcterms:modified xsi:type="dcterms:W3CDTF">2026-03-03T18:41:13Z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  <property fmtid="{D5CDD505-2E9C-101B-9397-08002B2CF9AE}" pid="5" name="ClassificationContentMarkingFooterLocations">
    <vt:lpwstr>Banded Design UI Gold 16x9:5</vt:lpwstr>
  </property>
  <property fmtid="{D5CDD505-2E9C-101B-9397-08002B2CF9AE}" pid="6" name="ClassificationContentMarkingFooterText">
    <vt:lpwstr>Company Use</vt:lpwstr>
  </property>
</Properties>
</file>