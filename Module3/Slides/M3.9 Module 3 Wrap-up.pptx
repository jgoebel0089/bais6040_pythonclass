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9/24/2025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9/24/2025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3 Wrap-up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Using loops for flow control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Iteration and nested Loops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List Comprehension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Loop Control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96AD1027-9046-35B1-AC62-5538AFA8C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1" y="4799631"/>
            <a:ext cx="1798210" cy="1798210"/>
          </a:xfrm>
          <a:prstGeom prst="rect">
            <a:avLst/>
          </a:prstGeom>
        </p:spPr>
      </p:pic>
      <p:pic>
        <p:nvPicPr>
          <p:cNvPr id="7" name="Picture 6" descr="A green circular arrows in a circle&#10;&#10;AI-generated content may be incorrect.">
            <a:extLst>
              <a:ext uri="{FF2B5EF4-FFF2-40B4-BE49-F238E27FC236}">
                <a16:creationId xmlns:a16="http://schemas.microsoft.com/office/drawing/2014/main" id="{210D7496-7F1B-D8FC-14A0-690230075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347" y="4799631"/>
            <a:ext cx="1734319" cy="173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We learned: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For and While Loops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Nested Loops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List Comprehension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Break and Continue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71" y="4067991"/>
            <a:ext cx="3112185" cy="23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Props1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0</TotalTime>
  <Words>55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3 Wrap-up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24</cp:revision>
  <dcterms:created xsi:type="dcterms:W3CDTF">2025-07-14T11:21:17Z</dcterms:created>
  <dcterms:modified xsi:type="dcterms:W3CDTF">2025-09-24T11:38:26Z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