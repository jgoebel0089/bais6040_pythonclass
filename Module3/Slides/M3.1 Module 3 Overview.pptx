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30393-75AA-BCDB-C035-11BE7742EB3A}" v="2" dt="2025-08-14T09:53:49.383"/>
    <p1510:client id="{94B9DE5A-83E1-1C0C-535D-388CC56CBBB7}" v="68" dt="2025-08-14T10:05:25.750"/>
    <p1510:client id="{CD8FE080-1AF0-1356-3299-80933D42640E}" v="152" dt="2025-08-14T09:49:43.681"/>
    <p1510:client id="{CF738282-5857-D599-EEB3-022F275696FC}" v="137" dt="2025-08-14T09:57:37.872"/>
    <p1510:client id="{FB2A2A78-CA70-E54C-DEEC-C7152CD29536}" v="26" dt="2025-08-14T08:50:19.059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S::mredmond@uiowa.edu::6b2689ca-cbb8-4f35-85b9-c472fe3ea77d" providerId="AD" clId="Web-{CF738282-5857-D599-EEB3-022F275696FC}"/>
    <pc:docChg chg="modSld">
      <pc:chgData name="Redmond, Michael A" userId="S::mredmond@uiowa.edu::6b2689ca-cbb8-4f35-85b9-c472fe3ea77d" providerId="AD" clId="Web-{CF738282-5857-D599-EEB3-022F275696FC}" dt="2025-08-14T09:57:37.825" v="135" actId="14100"/>
      <pc:docMkLst>
        <pc:docMk/>
      </pc:docMkLst>
      <pc:sldChg chg="modSp">
        <pc:chgData name="Redmond, Michael A" userId="S::mredmond@uiowa.edu::6b2689ca-cbb8-4f35-85b9-c472fe3ea77d" providerId="AD" clId="Web-{CF738282-5857-D599-EEB3-022F275696FC}" dt="2025-08-14T09:57:37.825" v="135" actId="14100"/>
        <pc:sldMkLst>
          <pc:docMk/>
          <pc:sldMk cId="2106977553" sldId="261"/>
        </pc:sldMkLst>
        <pc:spChg chg="mod">
          <ac:chgData name="Redmond, Michael A" userId="S::mredmond@uiowa.edu::6b2689ca-cbb8-4f35-85b9-c472fe3ea77d" providerId="AD" clId="Web-{CF738282-5857-D599-EEB3-022F275696FC}" dt="2025-08-14T09:57:35.450" v="134" actId="20577"/>
          <ac:spMkLst>
            <pc:docMk/>
            <pc:sldMk cId="2106977553" sldId="261"/>
            <ac:spMk id="3" creationId="{7BC72801-15D4-E186-C534-72926D18FEC4}"/>
          </ac:spMkLst>
        </pc:spChg>
        <pc:picChg chg="mod">
          <ac:chgData name="Redmond, Michael A" userId="S::mredmond@uiowa.edu::6b2689ca-cbb8-4f35-85b9-c472fe3ea77d" providerId="AD" clId="Web-{CF738282-5857-D599-EEB3-022F275696FC}" dt="2025-08-14T09:57:37.825" v="135" actId="14100"/>
          <ac:picMkLst>
            <pc:docMk/>
            <pc:sldMk cId="2106977553" sldId="261"/>
            <ac:picMk id="7" creationId="{B9DD47D9-2219-9682-ACD1-B2BE60F459BB}"/>
          </ac:picMkLst>
        </pc:picChg>
      </pc:sldChg>
      <pc:sldChg chg="modSp">
        <pc:chgData name="Redmond, Michael A" userId="S::mredmond@uiowa.edu::6b2689ca-cbb8-4f35-85b9-c472fe3ea77d" providerId="AD" clId="Web-{CF738282-5857-D599-EEB3-022F275696FC}" dt="2025-08-14T09:56:34.338" v="74" actId="20577"/>
        <pc:sldMkLst>
          <pc:docMk/>
          <pc:sldMk cId="363488498" sldId="262"/>
        </pc:sldMkLst>
        <pc:spChg chg="mod">
          <ac:chgData name="Redmond, Michael A" userId="S::mredmond@uiowa.edu::6b2689ca-cbb8-4f35-85b9-c472fe3ea77d" providerId="AD" clId="Web-{CF738282-5857-D599-EEB3-022F275696FC}" dt="2025-08-14T09:56:34.338" v="74" actId="20577"/>
          <ac:spMkLst>
            <pc:docMk/>
            <pc:sldMk cId="363488498" sldId="262"/>
            <ac:spMk id="3" creationId="{D0F58480-0021-1C28-0B17-D7ED2DEABFAF}"/>
          </ac:spMkLst>
        </pc:spChg>
      </pc:sldChg>
    </pc:docChg>
  </pc:docChgLst>
  <pc:docChgLst>
    <pc:chgData name="Redmond, Michael A" userId="S::mredmond@uiowa.edu::6b2689ca-cbb8-4f35-85b9-c472fe3ea77d" providerId="AD" clId="Web-{07430393-75AA-BCDB-C035-11BE7742EB3A}"/>
    <pc:docChg chg="modSld">
      <pc:chgData name="Redmond, Michael A" userId="S::mredmond@uiowa.edu::6b2689ca-cbb8-4f35-85b9-c472fe3ea77d" providerId="AD" clId="Web-{07430393-75AA-BCDB-C035-11BE7742EB3A}" dt="2025-08-14T09:53:49.383" v="1" actId="20577"/>
      <pc:docMkLst>
        <pc:docMk/>
      </pc:docMkLst>
      <pc:sldChg chg="modSp">
        <pc:chgData name="Redmond, Michael A" userId="S::mredmond@uiowa.edu::6b2689ca-cbb8-4f35-85b9-c472fe3ea77d" providerId="AD" clId="Web-{07430393-75AA-BCDB-C035-11BE7742EB3A}" dt="2025-08-14T09:53:49.383" v="1" actId="20577"/>
        <pc:sldMkLst>
          <pc:docMk/>
          <pc:sldMk cId="3047895403" sldId="263"/>
        </pc:sldMkLst>
        <pc:spChg chg="mod">
          <ac:chgData name="Redmond, Michael A" userId="S::mredmond@uiowa.edu::6b2689ca-cbb8-4f35-85b9-c472fe3ea77d" providerId="AD" clId="Web-{07430393-75AA-BCDB-C035-11BE7742EB3A}" dt="2025-08-14T09:53:49.383" v="1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  <pc:docChgLst>
    <pc:chgData name="Redmond, Michael A" userId="S::mredmond@uiowa.edu::6b2689ca-cbb8-4f35-85b9-c472fe3ea77d" providerId="AD" clId="Web-{94B9DE5A-83E1-1C0C-535D-388CC56CBBB7}"/>
    <pc:docChg chg="modSld">
      <pc:chgData name="Redmond, Michael A" userId="S::mredmond@uiowa.edu::6b2689ca-cbb8-4f35-85b9-c472fe3ea77d" providerId="AD" clId="Web-{94B9DE5A-83E1-1C0C-535D-388CC56CBBB7}" dt="2025-08-14T10:05:25.578" v="63" actId="20577"/>
      <pc:docMkLst>
        <pc:docMk/>
      </pc:docMkLst>
      <pc:sldChg chg="modSp">
        <pc:chgData name="Redmond, Michael A" userId="S::mredmond@uiowa.edu::6b2689ca-cbb8-4f35-85b9-c472fe3ea77d" providerId="AD" clId="Web-{94B9DE5A-83E1-1C0C-535D-388CC56CBBB7}" dt="2025-08-14T10:04:27.309" v="51" actId="20577"/>
        <pc:sldMkLst>
          <pc:docMk/>
          <pc:sldMk cId="2106977553" sldId="261"/>
        </pc:sldMkLst>
        <pc:spChg chg="mod">
          <ac:chgData name="Redmond, Michael A" userId="S::mredmond@uiowa.edu::6b2689ca-cbb8-4f35-85b9-c472fe3ea77d" providerId="AD" clId="Web-{94B9DE5A-83E1-1C0C-535D-388CC56CBBB7}" dt="2025-08-14T10:04:27.309" v="51" actId="20577"/>
          <ac:spMkLst>
            <pc:docMk/>
            <pc:sldMk cId="2106977553" sldId="261"/>
            <ac:spMk id="3" creationId="{7BC72801-15D4-E186-C534-72926D18FEC4}"/>
          </ac:spMkLst>
        </pc:spChg>
      </pc:sldChg>
      <pc:sldChg chg="modSp">
        <pc:chgData name="Redmond, Michael A" userId="S::mredmond@uiowa.edu::6b2689ca-cbb8-4f35-85b9-c472fe3ea77d" providerId="AD" clId="Web-{94B9DE5A-83E1-1C0C-535D-388CC56CBBB7}" dt="2025-08-14T10:05:25.578" v="63" actId="20577"/>
        <pc:sldMkLst>
          <pc:docMk/>
          <pc:sldMk cId="363488498" sldId="262"/>
        </pc:sldMkLst>
        <pc:spChg chg="mod">
          <ac:chgData name="Redmond, Michael A" userId="S::mredmond@uiowa.edu::6b2689ca-cbb8-4f35-85b9-c472fe3ea77d" providerId="AD" clId="Web-{94B9DE5A-83E1-1C0C-535D-388CC56CBBB7}" dt="2025-08-14T10:05:25.578" v="63" actId="20577"/>
          <ac:spMkLst>
            <pc:docMk/>
            <pc:sldMk cId="363488498" sldId="262"/>
            <ac:spMk id="3" creationId="{D0F58480-0021-1C28-0B17-D7ED2DEABFAF}"/>
          </ac:spMkLst>
        </pc:spChg>
      </pc:sldChg>
      <pc:sldChg chg="modSp">
        <pc:chgData name="Redmond, Michael A" userId="S::mredmond@uiowa.edu::6b2689ca-cbb8-4f35-85b9-c472fe3ea77d" providerId="AD" clId="Web-{94B9DE5A-83E1-1C0C-535D-388CC56CBBB7}" dt="2025-08-14T10:00:06.997" v="1" actId="20577"/>
        <pc:sldMkLst>
          <pc:docMk/>
          <pc:sldMk cId="3047895403" sldId="263"/>
        </pc:sldMkLst>
        <pc:spChg chg="mod">
          <ac:chgData name="Redmond, Michael A" userId="S::mredmond@uiowa.edu::6b2689ca-cbb8-4f35-85b9-c472fe3ea77d" providerId="AD" clId="Web-{94B9DE5A-83E1-1C0C-535D-388CC56CBBB7}" dt="2025-08-14T10:00:06.997" v="1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8/14/2025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8/14/2025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3 Overview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Using loops for flow control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Iteration and nested Loops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List Comprehension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Loop Control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/>
          </a:p>
          <a:p>
            <a:pPr lvl="1"/>
            <a:endParaRPr lang="en-US"/>
          </a:p>
        </p:txBody>
      </p:sp>
      <p:pic>
        <p:nvPicPr>
          <p:cNvPr id="5" name="Graphic 4" descr="Presentation with checklist with solid fill">
            <a:extLst>
              <a:ext uri="{FF2B5EF4-FFF2-40B4-BE49-F238E27FC236}">
                <a16:creationId xmlns:a16="http://schemas.microsoft.com/office/drawing/2014/main" id="{F20C4C42-BC85-4291-5AF2-5A88655D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55" y="5185334"/>
            <a:ext cx="1455964" cy="1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In this module: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For and While Loops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Nested Loops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List Comprehension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Break and Continue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076457"/>
            <a:ext cx="3112185" cy="23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Banded Design UI Gold 16x9</vt:lpstr>
      <vt:lpstr>Data Programming  in Python _________________ Module 3 Overview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revision>22</cp:revision>
  <dcterms:created xsi:type="dcterms:W3CDTF">2025-07-14T11:21:17Z</dcterms:created>
  <dcterms:modified xsi:type="dcterms:W3CDTF">2025-08-14T10:05:31Z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