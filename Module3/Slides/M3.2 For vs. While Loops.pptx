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63" r:id="rId5"/>
    <p:sldId id="264" r:id="rId6"/>
    <p:sldId id="267" r:id="rId7"/>
    <p:sldId id="265" r:id="rId8"/>
    <p:sldId id="266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355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custSel modSld">
      <pc:chgData name="Redmond, Michael A" userId="6b2689ca-cbb8-4f35-85b9-c472fe3ea77d" providerId="ADAL" clId="{6B9340BF-27A4-4664-BFE1-A20A01A07C8B}" dt="2025-10-29T02:48:08.975" v="13" actId="478"/>
      <pc:docMkLst>
        <pc:docMk/>
      </pc:docMkLst>
      <pc:sldChg chg="addSp delSp modSp mod">
        <pc:chgData name="Redmond, Michael A" userId="6b2689ca-cbb8-4f35-85b9-c472fe3ea77d" providerId="ADAL" clId="{6B9340BF-27A4-4664-BFE1-A20A01A07C8B}" dt="2025-10-29T02:48:08.975" v="13" actId="478"/>
        <pc:sldMkLst>
          <pc:docMk/>
          <pc:sldMk cId="363488498" sldId="262"/>
        </pc:sldMkLst>
        <pc:spChg chg="del mod">
          <ac:chgData name="Redmond, Michael A" userId="6b2689ca-cbb8-4f35-85b9-c472fe3ea77d" providerId="ADAL" clId="{6B9340BF-27A4-4664-BFE1-A20A01A07C8B}" dt="2025-10-29T02:47:54.499" v="11" actId="478"/>
          <ac:spMkLst>
            <pc:docMk/>
            <pc:sldMk cId="363488498" sldId="262"/>
            <ac:spMk id="3" creationId="{D0F58480-0021-1C28-0B17-D7ED2DEABFAF}"/>
          </ac:spMkLst>
        </pc:spChg>
        <pc:spChg chg="del">
          <ac:chgData name="Redmond, Michael A" userId="6b2689ca-cbb8-4f35-85b9-c472fe3ea77d" providerId="ADAL" clId="{6B9340BF-27A4-4664-BFE1-A20A01A07C8B}" dt="2025-10-29T02:48:08.975" v="13" actId="478"/>
          <ac:spMkLst>
            <pc:docMk/>
            <pc:sldMk cId="363488498" sldId="262"/>
            <ac:spMk id="4" creationId="{90C8D9CF-6BBE-31B2-709E-84EB1BDA2B68}"/>
          </ac:spMkLst>
        </pc:spChg>
        <pc:spChg chg="add del mod">
          <ac:chgData name="Redmond, Michael A" userId="6b2689ca-cbb8-4f35-85b9-c472fe3ea77d" providerId="ADAL" clId="{6B9340BF-27A4-4664-BFE1-A20A01A07C8B}" dt="2025-10-29T02:48:02.475" v="12" actId="478"/>
          <ac:spMkLst>
            <pc:docMk/>
            <pc:sldMk cId="363488498" sldId="262"/>
            <ac:spMk id="9" creationId="{38AD9068-FBCD-A1DF-379A-EA2564947A4B}"/>
          </ac:spMkLst>
        </pc:spChg>
      </pc:sldChg>
      <pc:sldChg chg="modSp mod">
        <pc:chgData name="Redmond, Michael A" userId="6b2689ca-cbb8-4f35-85b9-c472fe3ea77d" providerId="ADAL" clId="{6B9340BF-27A4-4664-BFE1-A20A01A07C8B}" dt="2025-10-29T02:47:06.306" v="1" actId="962"/>
        <pc:sldMkLst>
          <pc:docMk/>
          <pc:sldMk cId="3047895403" sldId="263"/>
        </pc:sldMkLst>
        <pc:picChg chg="mod">
          <ac:chgData name="Redmond, Michael A" userId="6b2689ca-cbb8-4f35-85b9-c472fe3ea77d" providerId="ADAL" clId="{6B9340BF-27A4-4664-BFE1-A20A01A07C8B}" dt="2025-10-29T02:47:06.306" v="1" actId="962"/>
          <ac:picMkLst>
            <pc:docMk/>
            <pc:sldMk cId="3047895403" sldId="263"/>
            <ac:picMk id="5" creationId="{043F4988-C2A2-B678-BF5E-03DA3980D128}"/>
          </ac:picMkLst>
        </pc:picChg>
      </pc:sldChg>
      <pc:sldChg chg="modSp mod">
        <pc:chgData name="Redmond, Michael A" userId="6b2689ca-cbb8-4f35-85b9-c472fe3ea77d" providerId="ADAL" clId="{6B9340BF-27A4-4664-BFE1-A20A01A07C8B}" dt="2025-10-29T02:47:23.558" v="5" actId="962"/>
        <pc:sldMkLst>
          <pc:docMk/>
          <pc:sldMk cId="1815173272" sldId="264"/>
        </pc:sldMkLst>
        <pc:picChg chg="mod">
          <ac:chgData name="Redmond, Michael A" userId="6b2689ca-cbb8-4f35-85b9-c472fe3ea77d" providerId="ADAL" clId="{6B9340BF-27A4-4664-BFE1-A20A01A07C8B}" dt="2025-10-29T02:47:15.744" v="3" actId="962"/>
          <ac:picMkLst>
            <pc:docMk/>
            <pc:sldMk cId="1815173272" sldId="264"/>
            <ac:picMk id="4" creationId="{C09877E4-2B0E-43DE-6834-DE85087A0912}"/>
          </ac:picMkLst>
        </pc:picChg>
        <pc:picChg chg="mod">
          <ac:chgData name="Redmond, Michael A" userId="6b2689ca-cbb8-4f35-85b9-c472fe3ea77d" providerId="ADAL" clId="{6B9340BF-27A4-4664-BFE1-A20A01A07C8B}" dt="2025-10-29T02:47:23.558" v="5" actId="962"/>
          <ac:picMkLst>
            <pc:docMk/>
            <pc:sldMk cId="1815173272" sldId="264"/>
            <ac:picMk id="5" creationId="{A92C784B-994E-5E28-5814-41349C11929C}"/>
          </ac:picMkLst>
        </pc:picChg>
      </pc:sldChg>
      <pc:sldChg chg="modSp mod">
        <pc:chgData name="Redmond, Michael A" userId="6b2689ca-cbb8-4f35-85b9-c472fe3ea77d" providerId="ADAL" clId="{6B9340BF-27A4-4664-BFE1-A20A01A07C8B}" dt="2025-10-29T02:47:44.243" v="9" actId="962"/>
        <pc:sldMkLst>
          <pc:docMk/>
          <pc:sldMk cId="2818274703" sldId="265"/>
        </pc:sldMkLst>
        <pc:picChg chg="mod">
          <ac:chgData name="Redmond, Michael A" userId="6b2689ca-cbb8-4f35-85b9-c472fe3ea77d" providerId="ADAL" clId="{6B9340BF-27A4-4664-BFE1-A20A01A07C8B}" dt="2025-10-29T02:47:44.243" v="9" actId="962"/>
          <ac:picMkLst>
            <pc:docMk/>
            <pc:sldMk cId="2818274703" sldId="265"/>
            <ac:picMk id="6" creationId="{535531E4-1D81-055C-6BE8-8CDC018335C6}"/>
          </ac:picMkLst>
        </pc:picChg>
      </pc:sldChg>
      <pc:sldChg chg="modSp mod">
        <pc:chgData name="Redmond, Michael A" userId="6b2689ca-cbb8-4f35-85b9-c472fe3ea77d" providerId="ADAL" clId="{6B9340BF-27A4-4664-BFE1-A20A01A07C8B}" dt="2025-10-29T02:47:35.954" v="7" actId="962"/>
        <pc:sldMkLst>
          <pc:docMk/>
          <pc:sldMk cId="3310844497" sldId="267"/>
        </pc:sldMkLst>
        <pc:picChg chg="mod">
          <ac:chgData name="Redmond, Michael A" userId="6b2689ca-cbb8-4f35-85b9-c472fe3ea77d" providerId="ADAL" clId="{6B9340BF-27A4-4664-BFE1-A20A01A07C8B}" dt="2025-10-29T02:47:35.954" v="7" actId="962"/>
          <ac:picMkLst>
            <pc:docMk/>
            <pc:sldMk cId="3310844497" sldId="267"/>
            <ac:picMk id="4" creationId="{BAD9EEBD-5C99-EAEC-E88B-BF978D12468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10/28/2025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10/28/2025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For vs. While Loops</a:t>
            </a:r>
            <a:endParaRPr lang="en-US" dirty="0"/>
          </a:p>
        </p:txBody>
      </p:sp>
      <p:pic>
        <p:nvPicPr>
          <p:cNvPr id="5" name="Picture 4" descr="A computer screen shot of a computer code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BD79-160B-5005-6F31-5B004812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vs. While Distinction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0E505-78EC-CDD5-0E29-950C0C12F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42" y="1841751"/>
            <a:ext cx="7485888" cy="4127627"/>
          </a:xfrm>
        </p:spPr>
        <p:txBody>
          <a:bodyPr/>
          <a:lstStyle/>
          <a:p>
            <a:r>
              <a:rPr lang="en-US" dirty="0"/>
              <a:t>For loop: </a:t>
            </a:r>
          </a:p>
          <a:p>
            <a:pPr lvl="1"/>
            <a:r>
              <a:rPr lang="en-US" dirty="0"/>
              <a:t>Fixed iterations</a:t>
            </a:r>
          </a:p>
          <a:p>
            <a:pPr lvl="1"/>
            <a:r>
              <a:rPr lang="en-US" dirty="0"/>
              <a:t>Loop over collection</a:t>
            </a:r>
          </a:p>
          <a:p>
            <a:pPr lvl="1"/>
            <a:endParaRPr lang="en-US" dirty="0"/>
          </a:p>
          <a:p>
            <a:r>
              <a:rPr lang="en-US" dirty="0"/>
              <a:t>While loop:</a:t>
            </a:r>
          </a:p>
          <a:p>
            <a:pPr lvl="1"/>
            <a:r>
              <a:rPr lang="en-US" dirty="0"/>
              <a:t>Loop until condition</a:t>
            </a:r>
          </a:p>
          <a:p>
            <a:pPr marL="365760" lvl="1" indent="0">
              <a:buNone/>
            </a:pPr>
            <a:r>
              <a:rPr lang="en-US" dirty="0"/>
              <a:t>   happens</a:t>
            </a:r>
          </a:p>
        </p:txBody>
      </p:sp>
      <p:pic>
        <p:nvPicPr>
          <p:cNvPr id="4" name="Picture 3" descr="Illustration of a for loop&#10;">
            <a:extLst>
              <a:ext uri="{FF2B5EF4-FFF2-40B4-BE49-F238E27FC236}">
                <a16:creationId xmlns:a16="http://schemas.microsoft.com/office/drawing/2014/main" id="{C09877E4-2B0E-43DE-6834-DE85087A0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486" y="1700784"/>
            <a:ext cx="2331168" cy="2331168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5" name="Picture 4" descr="Illustration of a while loop">
            <a:extLst>
              <a:ext uri="{FF2B5EF4-FFF2-40B4-BE49-F238E27FC236}">
                <a16:creationId xmlns:a16="http://schemas.microsoft.com/office/drawing/2014/main" id="{A92C784B-994E-5E28-5814-41349C119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486" y="4172919"/>
            <a:ext cx="2331168" cy="2331168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81517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2134-5C95-0E6F-5741-82DBE209B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Indefinite (while)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2B683-AE41-CF02-20A5-3336E3C71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901952"/>
            <a:ext cx="5369545" cy="4127627"/>
          </a:xfrm>
        </p:spPr>
        <p:txBody>
          <a:bodyPr/>
          <a:lstStyle/>
          <a:p>
            <a:r>
              <a:rPr lang="en-US" dirty="0"/>
              <a:t>While loops continue until a T/F condition becomes False</a:t>
            </a:r>
          </a:p>
        </p:txBody>
      </p:sp>
      <p:pic>
        <p:nvPicPr>
          <p:cNvPr id="4" name="Picture 3" descr="Test conditions for while loop">
            <a:extLst>
              <a:ext uri="{FF2B5EF4-FFF2-40B4-BE49-F238E27FC236}">
                <a16:creationId xmlns:a16="http://schemas.microsoft.com/office/drawing/2014/main" id="{BAD9EEBD-5C99-EAEC-E88B-BF978D124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34" y="2906765"/>
            <a:ext cx="3017618" cy="219419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24352B-1A85-F8AA-2832-64209BED9C38}"/>
              </a:ext>
            </a:extLst>
          </p:cNvPr>
          <p:cNvSpPr txBox="1">
            <a:spLocks/>
          </p:cNvSpPr>
          <p:nvPr/>
        </p:nvSpPr>
        <p:spPr>
          <a:xfrm>
            <a:off x="547962" y="5302124"/>
            <a:ext cx="5369545" cy="1454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80000"/>
              <a:buFont typeface="Arial" pitchFamily="34" charset="0"/>
              <a:buChar char="•"/>
              <a:defRPr sz="3200"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Arial" pitchFamily="34" charset="0"/>
              <a:buChar char="•"/>
              <a:defRPr sz="2800"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Arial" pitchFamily="34" charset="0"/>
              <a:buChar char="•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b="1" dirty="0">
                <a:solidFill>
                  <a:srgbClr val="00B0F0"/>
                </a:solidFill>
                <a:latin typeface="Courier"/>
                <a:cs typeface="Arial" panose="020B0604020202020204" pitchFamily="34" charset="0"/>
              </a:rPr>
              <a:t>while</a:t>
            </a:r>
            <a:r>
              <a:rPr lang="en-US" sz="2800" b="1" dirty="0">
                <a:latin typeface="Courier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00FF00"/>
                </a:solidFill>
                <a:latin typeface="Courier"/>
                <a:cs typeface="Arial" panose="020B0604020202020204" pitchFamily="34" charset="0"/>
              </a:rPr>
              <a:t>condition </a:t>
            </a:r>
            <a:r>
              <a:rPr lang="en-US" sz="2800" b="1" dirty="0">
                <a:solidFill>
                  <a:srgbClr val="54BCDF"/>
                </a:solidFill>
                <a:latin typeface="Courier"/>
                <a:cs typeface="Arial" panose="020B0604020202020204" pitchFamily="34" charset="0"/>
              </a:rPr>
              <a:t>:</a:t>
            </a:r>
          </a:p>
          <a:p>
            <a:pPr marL="0" indent="0">
              <a:buFont typeface="Arial" pitchFamily="34" charset="0"/>
              <a:buNone/>
            </a:pPr>
            <a:r>
              <a:rPr lang="en-US" sz="2800" b="1" dirty="0">
                <a:latin typeface="Courier"/>
                <a:cs typeface="Arial" panose="020B0604020202020204" pitchFamily="34" charset="0"/>
              </a:rPr>
              <a:t>	</a:t>
            </a:r>
            <a:r>
              <a:rPr lang="en-US" sz="2800" b="1" dirty="0">
                <a:solidFill>
                  <a:srgbClr val="FF6600"/>
                </a:solidFill>
                <a:latin typeface="Courier"/>
                <a:cs typeface="Arial" panose="020B0604020202020204" pitchFamily="34" charset="0"/>
              </a:rPr>
              <a:t># body of while loop</a:t>
            </a:r>
          </a:p>
        </p:txBody>
      </p:sp>
    </p:spTree>
    <p:extLst>
      <p:ext uri="{BB962C8B-B14F-4D97-AF65-F5344CB8AC3E}">
        <p14:creationId xmlns:p14="http://schemas.microsoft.com/office/powerpoint/2010/main" val="331084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05BA-A0CE-EB85-6C3B-3D98E367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Definite (for)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A80EA-3F1A-8977-EB58-8F8DD3538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901952"/>
            <a:ext cx="5014536" cy="4127627"/>
          </a:xfrm>
        </p:spPr>
        <p:txBody>
          <a:bodyPr/>
          <a:lstStyle/>
          <a:p>
            <a:r>
              <a:rPr lang="en-US" dirty="0"/>
              <a:t>Loops a set number of times over a collection or range of numbers</a:t>
            </a:r>
          </a:p>
        </p:txBody>
      </p:sp>
      <p:sp>
        <p:nvSpPr>
          <p:cNvPr id="4" name="Shape 393">
            <a:extLst>
              <a:ext uri="{FF2B5EF4-FFF2-40B4-BE49-F238E27FC236}">
                <a16:creationId xmlns:a16="http://schemas.microsoft.com/office/drawing/2014/main" id="{B0A43037-AD93-FC80-2948-8219DDDEACBD}"/>
              </a:ext>
            </a:extLst>
          </p:cNvPr>
          <p:cNvSpPr txBox="1">
            <a:spLocks/>
          </p:cNvSpPr>
          <p:nvPr/>
        </p:nvSpPr>
        <p:spPr>
          <a:xfrm>
            <a:off x="344762" y="3631740"/>
            <a:ext cx="5014536" cy="1220605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654" indent="0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100000"/>
              <a:buFont typeface="Arial" panose="020B0604020202020204" pitchFamily="34" charset="0"/>
              <a:buNone/>
            </a:pPr>
            <a:r>
              <a:rPr lang="en-US" sz="2700" b="1" dirty="0">
                <a:latin typeface="Courier"/>
                <a:ea typeface="Arial" charset="0"/>
                <a:cs typeface="Arial" charset="0"/>
                <a:sym typeface="Cabin"/>
              </a:rPr>
              <a:t>for</a:t>
            </a:r>
            <a:r>
              <a:rPr lang="en-US" sz="2700" b="1" dirty="0">
                <a:solidFill>
                  <a:schemeClr val="lt1"/>
                </a:solidFill>
                <a:latin typeface="Courier"/>
                <a:ea typeface="Arial" charset="0"/>
                <a:cs typeface="Arial" charset="0"/>
                <a:sym typeface="Cabin"/>
              </a:rPr>
              <a:t> </a:t>
            </a:r>
            <a:r>
              <a:rPr lang="en-US" sz="2700" b="1" dirty="0" err="1">
                <a:solidFill>
                  <a:srgbClr val="0066FF"/>
                </a:solidFill>
                <a:latin typeface="Courier"/>
                <a:ea typeface="Arial" charset="0"/>
                <a:cs typeface="Arial" charset="0"/>
                <a:sym typeface="Cabin"/>
              </a:rPr>
              <a:t>i</a:t>
            </a:r>
            <a:r>
              <a:rPr lang="en-US" sz="2700" b="1" dirty="0">
                <a:solidFill>
                  <a:schemeClr val="lt1"/>
                </a:solidFill>
                <a:latin typeface="Courier"/>
                <a:ea typeface="Arial" charset="0"/>
                <a:cs typeface="Arial" charset="0"/>
                <a:sym typeface="Cabin"/>
              </a:rPr>
              <a:t> </a:t>
            </a:r>
            <a:r>
              <a:rPr lang="en-US" sz="2700" b="1" dirty="0">
                <a:latin typeface="Courier"/>
                <a:ea typeface="Arial" charset="0"/>
                <a:cs typeface="Arial" charset="0"/>
                <a:sym typeface="Cabin"/>
              </a:rPr>
              <a:t>in</a:t>
            </a:r>
            <a:r>
              <a:rPr lang="en-US" sz="2700" b="1" dirty="0">
                <a:solidFill>
                  <a:schemeClr val="lt1"/>
                </a:solidFill>
                <a:latin typeface="Courier"/>
                <a:ea typeface="Arial" charset="0"/>
                <a:cs typeface="Arial" charset="0"/>
                <a:sym typeface="Cabin"/>
              </a:rPr>
              <a:t> </a:t>
            </a:r>
            <a:r>
              <a:rPr lang="en-US" sz="2700" b="1" dirty="0">
                <a:solidFill>
                  <a:srgbClr val="FF6600"/>
                </a:solidFill>
                <a:latin typeface="Courier"/>
                <a:ea typeface="Arial" charset="0"/>
                <a:cs typeface="Arial" charset="0"/>
                <a:sym typeface="Cabin"/>
              </a:rPr>
              <a:t>[3, 5, 10]</a:t>
            </a:r>
            <a:r>
              <a:rPr lang="en-US" sz="2700" b="1" dirty="0">
                <a:latin typeface="Courier"/>
                <a:ea typeface="Arial" charset="0"/>
                <a:cs typeface="Arial" charset="0"/>
                <a:sym typeface="Cabin"/>
              </a:rPr>
              <a:t>:</a:t>
            </a:r>
          </a:p>
          <a:p>
            <a:pPr marL="283654" indent="0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100000"/>
              <a:buFont typeface="Arial" panose="020B0604020202020204" pitchFamily="34" charset="0"/>
              <a:buNone/>
            </a:pPr>
            <a:r>
              <a:rPr lang="en-US" sz="2700" b="1" dirty="0">
                <a:latin typeface="Courier"/>
                <a:ea typeface="Arial" charset="0"/>
                <a:cs typeface="Arial" charset="0"/>
                <a:sym typeface="Cabin"/>
              </a:rPr>
              <a:t>	print(</a:t>
            </a:r>
            <a:r>
              <a:rPr lang="en-US" sz="2700" b="1" dirty="0" err="1">
                <a:solidFill>
                  <a:srgbClr val="0066FF"/>
                </a:solidFill>
                <a:latin typeface="Courier"/>
                <a:ea typeface="Arial" charset="0"/>
                <a:cs typeface="Arial" charset="0"/>
                <a:sym typeface="Cabin"/>
              </a:rPr>
              <a:t>i</a:t>
            </a:r>
            <a:r>
              <a:rPr lang="en-US" sz="2700" b="1" dirty="0">
                <a:latin typeface="Courier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pic>
        <p:nvPicPr>
          <p:cNvPr id="6" name="Picture 5" descr="Example for loop">
            <a:extLst>
              <a:ext uri="{FF2B5EF4-FFF2-40B4-BE49-F238E27FC236}">
                <a16:creationId xmlns:a16="http://schemas.microsoft.com/office/drawing/2014/main" id="{535531E4-1D81-055C-6BE8-8CDC01833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96" y="4852345"/>
            <a:ext cx="3767655" cy="16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7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7B3D8-27F3-8730-C5E9-805316864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range()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A73E4-A9DD-E647-1FBA-1A92A543D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901952"/>
            <a:ext cx="5725837" cy="4127627"/>
          </a:xfrm>
        </p:spPr>
        <p:txBody>
          <a:bodyPr>
            <a:normAutofit fontScale="925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SzTx/>
              <a:buNone/>
              <a:defRPr/>
            </a:pPr>
            <a:r>
              <a:rPr lang="en-US" b="1" dirty="0">
                <a:solidFill>
                  <a:prstClr val="black"/>
                </a:solidFill>
                <a:latin typeface="Courier"/>
                <a:cs typeface="Arial" panose="020B0604020202020204" pitchFamily="34" charset="0"/>
              </a:rPr>
              <a:t>range(</a:t>
            </a:r>
            <a:r>
              <a:rPr lang="en-US" b="1" dirty="0">
                <a:solidFill>
                  <a:srgbClr val="F65A6D"/>
                </a:solidFill>
                <a:latin typeface="Courier"/>
                <a:cs typeface="Arial" panose="020B0604020202020204" pitchFamily="34" charset="0"/>
              </a:rPr>
              <a:t>start</a:t>
            </a:r>
            <a:r>
              <a:rPr lang="en-US" b="1" dirty="0">
                <a:solidFill>
                  <a:prstClr val="black"/>
                </a:solidFill>
                <a:latin typeface="Courier"/>
                <a:cs typeface="Arial" panose="020B0604020202020204" pitchFamily="34" charset="0"/>
              </a:rPr>
              <a:t>, </a:t>
            </a:r>
            <a:r>
              <a:rPr lang="en-US" b="1" dirty="0">
                <a:solidFill>
                  <a:srgbClr val="FFC000"/>
                </a:solidFill>
                <a:latin typeface="Courier"/>
                <a:cs typeface="Arial" panose="020B0604020202020204" pitchFamily="34" charset="0"/>
              </a:rPr>
              <a:t>stop</a:t>
            </a:r>
            <a:r>
              <a:rPr lang="en-US" b="1" dirty="0">
                <a:solidFill>
                  <a:prstClr val="black"/>
                </a:solidFill>
                <a:latin typeface="Courier"/>
                <a:cs typeface="Arial" panose="020B0604020202020204" pitchFamily="34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urier"/>
                <a:cs typeface="Arial" panose="020B0604020202020204" pitchFamily="34" charset="0"/>
              </a:rPr>
              <a:t>step</a:t>
            </a:r>
            <a:r>
              <a:rPr lang="en-US" b="1" dirty="0">
                <a:solidFill>
                  <a:prstClr val="black"/>
                </a:solidFill>
                <a:latin typeface="Courier"/>
                <a:cs typeface="Arial" panose="020B0604020202020204" pitchFamily="34" charset="0"/>
              </a:rPr>
              <a:t>)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Tx/>
              <a:buNone/>
              <a:defRPr/>
            </a:pP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Tx/>
              <a:buNone/>
              <a:defRPr/>
            </a:pPr>
            <a:r>
              <a:rPr lang="en-US" b="1" dirty="0">
                <a:solidFill>
                  <a:srgbClr val="F65A6D"/>
                </a:solidFill>
                <a:latin typeface="Courier"/>
                <a:cs typeface="Arial" panose="020B0604020202020204" pitchFamily="34" charset="0"/>
              </a:rPr>
              <a:t>start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first number in the sequence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Tx/>
              <a:buNone/>
              <a:defRPr/>
            </a:pPr>
            <a:r>
              <a:rPr lang="en-US" b="1" dirty="0">
                <a:solidFill>
                  <a:srgbClr val="FFC000"/>
                </a:solidFill>
                <a:latin typeface="Courier"/>
                <a:cs typeface="Arial" panose="020B0604020202020204" pitchFamily="34" charset="0"/>
              </a:rPr>
              <a:t>stop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upper limit (won’t reach this number/goes to </a:t>
            </a:r>
            <a:r>
              <a:rPr lang="en-US" b="1" dirty="0">
                <a:solidFill>
                  <a:srgbClr val="FFC000"/>
                </a:solidFill>
                <a:latin typeface="Courier"/>
                <a:cs typeface="Arial" panose="020B0604020202020204" pitchFamily="34" charset="0"/>
              </a:rPr>
              <a:t>stop-1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SzTx/>
              <a:buNone/>
              <a:defRPr/>
            </a:pPr>
            <a:r>
              <a:rPr lang="en-US" b="1" dirty="0">
                <a:solidFill>
                  <a:srgbClr val="00B0F0"/>
                </a:solidFill>
                <a:latin typeface="Courier"/>
                <a:cs typeface="Arial" panose="020B0604020202020204" pitchFamily="34" charset="0"/>
              </a:rPr>
              <a:t>step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by how much it counts up or down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91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 dirty="0"/>
              <a:t>For vs. While Comparison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542F593-A495-62A4-4A6E-2F3F3FD4F3C6}"/>
              </a:ext>
            </a:extLst>
          </p:cNvPr>
          <p:cNvSpPr txBox="1">
            <a:spLocks/>
          </p:cNvSpPr>
          <p:nvPr/>
        </p:nvSpPr>
        <p:spPr>
          <a:xfrm>
            <a:off x="487858" y="2203165"/>
            <a:ext cx="2693102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4400" b="1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0" dirty="0">
                <a:solidFill>
                  <a:srgbClr val="00B0F0"/>
                </a:solidFill>
                <a:latin typeface="Courier"/>
                <a:cs typeface="Calibri" panose="020F0502020204030204" pitchFamily="34" charset="0"/>
              </a:rPr>
              <a:t>for</a:t>
            </a:r>
            <a:r>
              <a:rPr lang="en-US" sz="3600" spc="-5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0" spc="-5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Loops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CA75D454-4350-DA6B-ACB3-368367775396}"/>
              </a:ext>
            </a:extLst>
          </p:cNvPr>
          <p:cNvSpPr txBox="1"/>
          <p:nvPr/>
        </p:nvSpPr>
        <p:spPr>
          <a:xfrm>
            <a:off x="2725088" y="2203165"/>
            <a:ext cx="44185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3600" b="0" i="0" u="none" strike="noStrike" kern="120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VS	</a:t>
            </a:r>
            <a:r>
              <a:rPr kumimoji="0" lang="en-US" sz="3600" b="0" i="0" u="none" strike="noStrike" kern="120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   </a:t>
            </a:r>
            <a:r>
              <a:rPr kumimoji="0" sz="3600" b="1" i="0" u="none" strike="noStrike" kern="1200" cap="none" spc="-4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"/>
                <a:ea typeface="+mn-ea"/>
                <a:cs typeface="Calibri" panose="020F0502020204030204" pitchFamily="34" charset="0"/>
              </a:rPr>
              <a:t>while</a:t>
            </a:r>
            <a:r>
              <a:rPr kumimoji="0" lang="en-US" sz="3600" b="0" i="0" u="none" strike="noStrike" kern="1200" cap="none" spc="-4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sz="3600" b="0" i="0" u="none" strike="noStrike" kern="1200" cap="none" spc="-199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3600" b="0" i="0" u="none" strike="noStrike" kern="1200" cap="none" spc="-6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Loops</a:t>
            </a:r>
            <a:endParaRPr kumimoji="0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6E56713-05B0-4900-5ED3-96460FFDE8EE}"/>
              </a:ext>
            </a:extLst>
          </p:cNvPr>
          <p:cNvSpPr txBox="1"/>
          <p:nvPr/>
        </p:nvSpPr>
        <p:spPr>
          <a:xfrm>
            <a:off x="259190" y="2379663"/>
            <a:ext cx="3761740" cy="3862596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699" marR="43180" lvl="0">
              <a:lnSpc>
                <a:spcPts val="2810"/>
              </a:lnSpc>
              <a:spcBef>
                <a:spcPts val="1470"/>
              </a:spcBef>
              <a:buClr>
                <a:srgbClr val="585858"/>
              </a:buClr>
              <a:tabLst>
                <a:tab pos="238760" algn="l"/>
              </a:tabLst>
              <a:defRPr/>
            </a:pPr>
            <a:r>
              <a:rPr lang="en-US" sz="2400" b="1" spc="-5" dirty="0">
                <a:solidFill>
                  <a:srgbClr val="FFC000"/>
                </a:solidFill>
                <a:latin typeface="Calibri"/>
                <a:cs typeface="Calibri"/>
              </a:rPr>
              <a:t>* 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Known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br>
              <a:rPr kumimoji="0" lang="en-US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r>
              <a:rPr kumimoji="0" lang="en-US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iterations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065" lvl="0">
              <a:lnSpc>
                <a:spcPts val="2935"/>
              </a:lnSpc>
              <a:spcBef>
                <a:spcPts val="1040"/>
              </a:spcBef>
              <a:buClr>
                <a:srgbClr val="585858"/>
              </a:buClr>
              <a:tabLst>
                <a:tab pos="238760" algn="l"/>
              </a:tabLst>
              <a:defRPr/>
            </a:pPr>
            <a:r>
              <a:rPr lang="en-US" sz="2400" b="1" spc="-5" dirty="0">
                <a:solidFill>
                  <a:srgbClr val="FFC000"/>
                </a:solidFill>
                <a:latin typeface="Calibri"/>
                <a:cs typeface="Calibri"/>
              </a:rPr>
              <a:t>*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end early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via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break</a:t>
            </a:r>
            <a:endParaRPr lang="en-US" sz="2400" b="1" dirty="0">
              <a:solidFill>
                <a:srgbClr val="00B0F0"/>
              </a:solidFill>
              <a:latin typeface="Courier New"/>
              <a:cs typeface="Courier New"/>
            </a:endParaRPr>
          </a:p>
          <a:p>
            <a:pPr marL="12065" lvl="0">
              <a:lnSpc>
                <a:spcPts val="2935"/>
              </a:lnSpc>
              <a:spcBef>
                <a:spcPts val="1040"/>
              </a:spcBef>
              <a:buClr>
                <a:srgbClr val="585858"/>
              </a:buClr>
              <a:tabLst>
                <a:tab pos="238760" algn="l"/>
              </a:tabLst>
              <a:defRPr/>
            </a:pPr>
            <a:r>
              <a:rPr lang="en-US" sz="2400" b="1" spc="-5" dirty="0">
                <a:solidFill>
                  <a:srgbClr val="FFC000"/>
                </a:solidFill>
                <a:latin typeface="Calibri"/>
                <a:cs typeface="Calibri"/>
              </a:rPr>
              <a:t>* 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ses a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1" i="0" u="none" strike="noStrike" kern="1200" cap="none" spc="-1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iteration variable</a:t>
            </a:r>
            <a:endParaRPr lang="en-US" sz="2400" b="1" spc="-15" dirty="0">
              <a:solidFill>
                <a:srgbClr val="00B0F0"/>
              </a:solidFill>
              <a:latin typeface="Calibri"/>
              <a:cs typeface="Calibri"/>
            </a:endParaRPr>
          </a:p>
          <a:p>
            <a:pPr marL="12065" lvl="0">
              <a:lnSpc>
                <a:spcPts val="2935"/>
              </a:lnSpc>
              <a:spcBef>
                <a:spcPts val="1040"/>
              </a:spcBef>
              <a:buClr>
                <a:srgbClr val="585858"/>
              </a:buClr>
              <a:tabLst>
                <a:tab pos="238760" algn="l"/>
              </a:tabLst>
              <a:defRPr/>
            </a:pPr>
            <a:r>
              <a:rPr lang="en-US" sz="2400" b="1" spc="-5" dirty="0">
                <a:solidFill>
                  <a:srgbClr val="FFC000"/>
                </a:solidFill>
                <a:latin typeface="Calibri"/>
                <a:cs typeface="Calibri"/>
              </a:rPr>
              <a:t>* </a:t>
            </a:r>
            <a:r>
              <a:rPr lang="en-US" sz="2400" b="1" spc="-10" dirty="0">
                <a:solidFill>
                  <a:srgbClr val="00B0F0"/>
                </a:solidFill>
                <a:latin typeface="Calibri"/>
                <a:cs typeface="Calibri"/>
              </a:rPr>
              <a:t>can always </a:t>
            </a:r>
            <a:r>
              <a:rPr lang="en-US" sz="2400" b="1" spc="-15" dirty="0">
                <a:solidFill>
                  <a:srgbClr val="00B0F0"/>
                </a:solidFill>
                <a:latin typeface="Calibri"/>
                <a:cs typeface="Calibri"/>
              </a:rPr>
              <a:t>rewrite</a:t>
            </a:r>
            <a:r>
              <a:rPr lang="en-US" sz="24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lang="en-US" sz="2400" spc="-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400" b="1" spc="-5" dirty="0">
                <a:solidFill>
                  <a:srgbClr val="00B0F0"/>
                </a:solidFill>
                <a:latin typeface="Courier"/>
                <a:cs typeface="Courier New"/>
              </a:rPr>
              <a:t>for</a:t>
            </a:r>
            <a:r>
              <a:rPr lang="en-US" sz="2400" spc="-5" dirty="0">
                <a:solidFill>
                  <a:prstClr val="black"/>
                </a:solidFill>
                <a:latin typeface="Tw Cen MT" panose="020B0602020104020603"/>
                <a:cs typeface="Courier New"/>
              </a:rPr>
              <a:t> loop </a:t>
            </a:r>
            <a:r>
              <a:rPr lang="en-US" sz="2400" spc="-5" dirty="0">
                <a:solidFill>
                  <a:prstClr val="black"/>
                </a:solidFill>
                <a:latin typeface="Tw Cen MT" panose="020B0602020104020603"/>
                <a:cs typeface="Calibri"/>
              </a:rPr>
              <a:t>using a </a:t>
            </a:r>
            <a:r>
              <a:rPr lang="en-US" sz="2400" b="1" spc="-5" dirty="0">
                <a:solidFill>
                  <a:srgbClr val="F65A6D"/>
                </a:solidFill>
                <a:latin typeface="Courier New"/>
                <a:cs typeface="Courier New"/>
              </a:rPr>
              <a:t>while</a:t>
            </a:r>
            <a:r>
              <a:rPr lang="en-US" sz="2400" spc="-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lang="en-US" sz="2400" spc="-5" dirty="0">
                <a:solidFill>
                  <a:prstClr val="black"/>
                </a:solidFill>
                <a:latin typeface="Tw Cen MT" panose="020B0602020104020603"/>
                <a:cs typeface="Calibri"/>
              </a:rPr>
              <a:t>loop</a:t>
            </a:r>
            <a:endParaRPr lang="en-US" sz="2400" dirty="0">
              <a:solidFill>
                <a:prstClr val="black"/>
              </a:solidFill>
              <a:latin typeface="Tw Cen MT" panose="020B0602020104020603"/>
              <a:cs typeface="Calibri"/>
            </a:endParaRPr>
          </a:p>
          <a:p>
            <a:pPr marL="469265" marR="0" lvl="0" indent="-457200" algn="l" defTabSz="914400" rtl="0" eaLnBrk="1" fontAlgn="auto" latinLnBrk="0" hangingPunct="1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>
                <a:srgbClr val="585858"/>
              </a:buClr>
              <a:buSzTx/>
              <a:buFont typeface="Arial" panose="020B0604020202020204" pitchFamily="34" charset="0"/>
              <a:buChar char="•"/>
              <a:tabLst>
                <a:tab pos="238760" algn="l"/>
              </a:tabLst>
              <a:defRPr/>
            </a:pP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57A11C70-910B-624C-9248-C6806B7024ED}"/>
              </a:ext>
            </a:extLst>
          </p:cNvPr>
          <p:cNvSpPr txBox="1"/>
          <p:nvPr/>
        </p:nvSpPr>
        <p:spPr>
          <a:xfrm>
            <a:off x="3707726" y="3071048"/>
            <a:ext cx="4188261" cy="3031856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699" marR="550545" lvl="0" indent="0" algn="l" defTabSz="914400" rtl="0" eaLnBrk="1" fontAlgn="auto" latinLnBrk="0" hangingPunct="1">
              <a:lnSpc>
                <a:spcPct val="80000"/>
              </a:lnSpc>
              <a:spcBef>
                <a:spcPts val="1410"/>
              </a:spcBef>
              <a:spcAft>
                <a:spcPts val="0"/>
              </a:spcAft>
              <a:buClr>
                <a:srgbClr val="585858"/>
              </a:buClr>
              <a:buSzTx/>
              <a:buFontTx/>
              <a:buNone/>
              <a:tabLst>
                <a:tab pos="238760" algn="l"/>
              </a:tabLst>
              <a:defRPr/>
            </a:pP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* 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Unknown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br>
              <a:rPr kumimoji="0" lang="en-US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r>
              <a:rPr kumimoji="0" lang="en-US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iterations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585858"/>
              </a:buClr>
              <a:buSzTx/>
              <a:buFontTx/>
              <a:buNone/>
              <a:tabLst>
                <a:tab pos="238760" algn="l"/>
              </a:tabLst>
              <a:defRPr/>
            </a:pP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*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end early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via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break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65A6D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2699" marR="5715" lvl="0" indent="0" algn="l" defTabSz="914400" rtl="0" eaLnBrk="1" fontAlgn="auto" latinLnBrk="0" hangingPunct="1">
              <a:lnSpc>
                <a:spcPct val="80000"/>
              </a:lnSpc>
              <a:spcBef>
                <a:spcPts val="1410"/>
              </a:spcBef>
              <a:spcAft>
                <a:spcPts val="0"/>
              </a:spcAft>
              <a:buClr>
                <a:srgbClr val="585858"/>
              </a:buClr>
              <a:buSzTx/>
              <a:buFontTx/>
              <a:buNone/>
              <a:tabLst>
                <a:tab pos="238760" algn="l"/>
              </a:tabLst>
              <a:defRPr/>
            </a:pP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*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 a 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counter</a:t>
            </a:r>
            <a:r>
              <a:rPr kumimoji="0" lang="en-US" sz="2400" b="1" i="0" u="none" strike="noStrike" kern="1200" cap="none" spc="-1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</a:t>
            </a:r>
            <a:b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 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initialize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before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loop</a:t>
            </a:r>
            <a:b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increment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inside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oop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699" marR="5080" lvl="0" indent="0" algn="l" defTabSz="914400" rtl="0" eaLnBrk="1" fontAlgn="auto" latinLnBrk="0" hangingPunct="1">
              <a:lnSpc>
                <a:spcPct val="79800"/>
              </a:lnSpc>
              <a:spcBef>
                <a:spcPts val="1405"/>
              </a:spcBef>
              <a:spcAft>
                <a:spcPts val="0"/>
              </a:spcAft>
              <a:buClr>
                <a:srgbClr val="585858"/>
              </a:buClr>
              <a:buSzTx/>
              <a:buFontTx/>
              <a:buNone/>
              <a:tabLst>
                <a:tab pos="238760" algn="l"/>
              </a:tabLst>
              <a:defRPr/>
            </a:pP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* </a:t>
            </a:r>
            <a:r>
              <a:rPr kumimoji="0" sz="2400" b="1" i="0" u="none" strike="noStrike" kern="1200" cap="none" spc="-2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may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 be able </a:t>
            </a:r>
            <a:r>
              <a:rPr kumimoji="0" sz="2400" b="1" i="0" u="none" strike="noStrike" kern="1200" cap="none" spc="-2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rewrite </a:t>
            </a:r>
            <a:br>
              <a:rPr kumimoji="0" lang="en-US" sz="2400" b="1" i="0" u="none" strike="noStrike" kern="120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r>
              <a:rPr kumimoji="0" lang="en-US" sz="2400" b="1" i="0" u="none" strike="noStrike" kern="120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while</a:t>
            </a:r>
            <a:r>
              <a:rPr kumimoji="0" sz="2400" b="0" i="0" u="none" strike="noStrike" kern="1200" cap="none" spc="-9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using 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for</a:t>
            </a:r>
            <a:r>
              <a:rPr kumimoji="0" sz="2400" b="0" i="0" u="none" strike="noStrike" kern="1200" cap="none" spc="-9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loop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Props1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30</TotalTime>
  <Words>227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</vt:lpstr>
      <vt:lpstr>Courier New</vt:lpstr>
      <vt:lpstr>Tw Cen MT</vt:lpstr>
      <vt:lpstr>Banded Design UI Gold 16x9</vt:lpstr>
      <vt:lpstr>Data Programming  in Python _________________ For vs. While Loops</vt:lpstr>
      <vt:lpstr>For vs. While Distinction</vt:lpstr>
      <vt:lpstr>Indefinite (while) Loops</vt:lpstr>
      <vt:lpstr>Definite (for) Loops</vt:lpstr>
      <vt:lpstr>Using range()</vt:lpstr>
      <vt:lpstr>For vs. While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45</cp:revision>
  <dcterms:created xsi:type="dcterms:W3CDTF">2025-07-14T11:21:17Z</dcterms:created>
  <dcterms:modified xsi:type="dcterms:W3CDTF">2025-10-29T02:48:13Z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