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63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30393-75AA-BCDB-C035-11BE7742EB3A}" v="2" dt="2025-08-14T09:53:49.383"/>
    <p1510:client id="{CD8FE080-1AF0-1356-3299-80933D42640E}" v="152" dt="2025-08-14T09:49:43.681"/>
    <p1510:client id="{CF738282-5857-D599-EEB3-022F275696FC}" v="137" dt="2025-08-14T09:57:37.872"/>
    <p1510:client id="{FB2A2A78-CA70-E54C-DEEC-C7152CD29536}" v="26" dt="2025-08-14T08:50:19.059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S::mredmond@uiowa.edu::6b2689ca-cbb8-4f35-85b9-c472fe3ea77d" providerId="AD" clId="Web-{CF738282-5857-D599-EEB3-022F275696FC}"/>
    <pc:docChg chg="modSld">
      <pc:chgData name="Redmond, Michael A" userId="S::mredmond@uiowa.edu::6b2689ca-cbb8-4f35-85b9-c472fe3ea77d" providerId="AD" clId="Web-{CF738282-5857-D599-EEB3-022F275696FC}" dt="2025-08-14T09:57:37.825" v="135" actId="14100"/>
      <pc:docMkLst>
        <pc:docMk/>
      </pc:docMkLst>
      <pc:sldChg chg="modSp">
        <pc:chgData name="Redmond, Michael A" userId="S::mredmond@uiowa.edu::6b2689ca-cbb8-4f35-85b9-c472fe3ea77d" providerId="AD" clId="Web-{CF738282-5857-D599-EEB3-022F275696FC}" dt="2025-08-14T09:57:37.825" v="135" actId="14100"/>
        <pc:sldMkLst>
          <pc:docMk/>
          <pc:sldMk cId="2106977553" sldId="261"/>
        </pc:sldMkLst>
        <pc:spChg chg="mod">
          <ac:chgData name="Redmond, Michael A" userId="S::mredmond@uiowa.edu::6b2689ca-cbb8-4f35-85b9-c472fe3ea77d" providerId="AD" clId="Web-{CF738282-5857-D599-EEB3-022F275696FC}" dt="2025-08-14T09:57:35.450" v="134" actId="20577"/>
          <ac:spMkLst>
            <pc:docMk/>
            <pc:sldMk cId="2106977553" sldId="261"/>
            <ac:spMk id="3" creationId="{7BC72801-15D4-E186-C534-72926D18FEC4}"/>
          </ac:spMkLst>
        </pc:spChg>
        <pc:picChg chg="mod">
          <ac:chgData name="Redmond, Michael A" userId="S::mredmond@uiowa.edu::6b2689ca-cbb8-4f35-85b9-c472fe3ea77d" providerId="AD" clId="Web-{CF738282-5857-D599-EEB3-022F275696FC}" dt="2025-08-14T09:57:37.825" v="135" actId="14100"/>
          <ac:picMkLst>
            <pc:docMk/>
            <pc:sldMk cId="2106977553" sldId="261"/>
            <ac:picMk id="7" creationId="{B9DD47D9-2219-9682-ACD1-B2BE60F459BB}"/>
          </ac:picMkLst>
        </pc:picChg>
      </pc:sldChg>
      <pc:sldChg chg="modSp">
        <pc:chgData name="Redmond, Michael A" userId="S::mredmond@uiowa.edu::6b2689ca-cbb8-4f35-85b9-c472fe3ea77d" providerId="AD" clId="Web-{CF738282-5857-D599-EEB3-022F275696FC}" dt="2025-08-14T09:56:34.338" v="74" actId="20577"/>
        <pc:sldMkLst>
          <pc:docMk/>
          <pc:sldMk cId="363488498" sldId="262"/>
        </pc:sldMkLst>
        <pc:spChg chg="mod">
          <ac:chgData name="Redmond, Michael A" userId="S::mredmond@uiowa.edu::6b2689ca-cbb8-4f35-85b9-c472fe3ea77d" providerId="AD" clId="Web-{CF738282-5857-D599-EEB3-022F275696FC}" dt="2025-08-14T09:56:34.338" v="74" actId="20577"/>
          <ac:spMkLst>
            <pc:docMk/>
            <pc:sldMk cId="363488498" sldId="262"/>
            <ac:spMk id="3" creationId="{D0F58480-0021-1C28-0B17-D7ED2DEABFAF}"/>
          </ac:spMkLst>
        </pc:spChg>
      </pc:sldChg>
    </pc:docChg>
  </pc:docChgLst>
  <pc:docChgLst>
    <pc:chgData name="Redmond, Michael A" userId="S::mredmond@uiowa.edu::6b2689ca-cbb8-4f35-85b9-c472fe3ea77d" providerId="AD" clId="Web-{07430393-75AA-BCDB-C035-11BE7742EB3A}"/>
    <pc:docChg chg="modSld">
      <pc:chgData name="Redmond, Michael A" userId="S::mredmond@uiowa.edu::6b2689ca-cbb8-4f35-85b9-c472fe3ea77d" providerId="AD" clId="Web-{07430393-75AA-BCDB-C035-11BE7742EB3A}" dt="2025-08-14T09:53:49.383" v="1" actId="20577"/>
      <pc:docMkLst>
        <pc:docMk/>
      </pc:docMkLst>
      <pc:sldChg chg="modSp">
        <pc:chgData name="Redmond, Michael A" userId="S::mredmond@uiowa.edu::6b2689ca-cbb8-4f35-85b9-c472fe3ea77d" providerId="AD" clId="Web-{07430393-75AA-BCDB-C035-11BE7742EB3A}" dt="2025-08-14T09:53:49.383" v="1" actId="20577"/>
        <pc:sldMkLst>
          <pc:docMk/>
          <pc:sldMk cId="3047895403" sldId="263"/>
        </pc:sldMkLst>
        <pc:spChg chg="mod">
          <ac:chgData name="Redmond, Michael A" userId="S::mredmond@uiowa.edu::6b2689ca-cbb8-4f35-85b9-c472fe3ea77d" providerId="AD" clId="Web-{07430393-75AA-BCDB-C035-11BE7742EB3A}" dt="2025-08-14T09:53:49.383" v="1" actId="20577"/>
          <ac:spMkLst>
            <pc:docMk/>
            <pc:sldMk cId="3047895403" sldId="263"/>
            <ac:spMk id="2" creationId="{C5F626C0-457E-716A-AB10-82754B12D40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8/14/2025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8/14/2025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96" y="467360"/>
            <a:ext cx="8392079" cy="2116228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Data Programming 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in Python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_________________</a:t>
            </a:r>
            <a:br>
              <a:rPr lang="en-US">
                <a:latin typeface="Arial"/>
                <a:cs typeface="Arial"/>
              </a:rPr>
            </a:br>
            <a:r>
              <a:rPr lang="en-US">
                <a:latin typeface="Arial"/>
                <a:cs typeface="Arial"/>
              </a:rPr>
              <a:t>Module 2 Overview</a:t>
            </a:r>
            <a:endParaRPr lang="en-US"/>
          </a:p>
        </p:txBody>
      </p:sp>
      <p:pic>
        <p:nvPicPr>
          <p:cNvPr id="5" name="Picture 4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04997-487F-5C91-7B70-C36C2FB5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B78B-F16B-CB91-3789-CE8BCBD44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08132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8480-0021-1C28-0B17-D7ED2DEAB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61080"/>
            <a:ext cx="5843541" cy="372324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Module Objectives:</a:t>
            </a: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Collections Data Type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Identify and Construct Functions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Using Logical Operators 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r>
              <a:rPr lang="en-US">
                <a:latin typeface="Calibri"/>
                <a:ea typeface="Calibri"/>
                <a:cs typeface="Calibri"/>
              </a:rPr>
              <a:t>Branching and If Statements</a:t>
            </a:r>
            <a:endParaRPr lang="en-US">
              <a:ea typeface="Calibri"/>
            </a:endParaRPr>
          </a:p>
          <a:p>
            <a:pPr marL="560070" indent="-514350">
              <a:buFont typeface="+mj-lt"/>
              <a:buAutoNum type="arabicPeriod"/>
            </a:pPr>
            <a:endParaRPr lang="en-US"/>
          </a:p>
          <a:p>
            <a:pPr lvl="1"/>
            <a:endParaRPr lang="en-US"/>
          </a:p>
        </p:txBody>
      </p:sp>
      <p:pic>
        <p:nvPicPr>
          <p:cNvPr id="5" name="Graphic 4" descr="Presentation with checklist with solid fill">
            <a:extLst>
              <a:ext uri="{FF2B5EF4-FFF2-40B4-BE49-F238E27FC236}">
                <a16:creationId xmlns:a16="http://schemas.microsoft.com/office/drawing/2014/main" id="{F20C4C42-BC85-4291-5AF2-5A88655DC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30255" y="5185334"/>
            <a:ext cx="1455964" cy="145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8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39-FC83-3EAF-D025-E45D5284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376" y="163538"/>
            <a:ext cx="11391247" cy="1233424"/>
          </a:xfrm>
        </p:spPr>
        <p:txBody>
          <a:bodyPr/>
          <a:lstStyle/>
          <a:p>
            <a:r>
              <a:rPr lang="en-US"/>
              <a:t>BAIS 6040: Data Programming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72801-15D4-E186-C534-72926D18F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190" y="1400923"/>
            <a:ext cx="6281833" cy="30806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libri"/>
                <a:ea typeface="Calibri"/>
                <a:cs typeface="Calibri"/>
              </a:rPr>
              <a:t>In this module:</a:t>
            </a:r>
            <a:endParaRPr lang="en-US"/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Lists, Tuples, Dictionaries, Sets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Built-in and User Defined Functions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Logical Operators</a:t>
            </a:r>
            <a:endParaRPr lang="en-US">
              <a:ea typeface="Calibri"/>
            </a:endParaRPr>
          </a:p>
          <a:p>
            <a:pPr lvl="1"/>
            <a:r>
              <a:rPr lang="en-US">
                <a:latin typeface="Calibri"/>
                <a:ea typeface="Calibri"/>
                <a:cs typeface="Calibri"/>
              </a:rPr>
              <a:t>Branching with If, Else, Elif</a:t>
            </a:r>
            <a:endParaRPr lang="en-US">
              <a:ea typeface="Calibri"/>
            </a:endParaRPr>
          </a:p>
          <a:p>
            <a:pPr lvl="1"/>
            <a:endParaRPr lang="en-US">
              <a:ea typeface="Calibri" panose="020F0502020204030204" pitchFamily="34" charset="0"/>
            </a:endParaRPr>
          </a:p>
        </p:txBody>
      </p:sp>
      <p:pic>
        <p:nvPicPr>
          <p:cNvPr id="7" name="Picture 6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9DD47D9-2219-9682-ACD1-B2BE60F45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37" y="4076457"/>
            <a:ext cx="3112185" cy="23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77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Banded Design UI Gold 16x9</vt:lpstr>
      <vt:lpstr>Data Programming  in Python _________________ Module 2 Overview</vt:lpstr>
      <vt:lpstr>BAIS 6040: Data Programming in Python</vt:lpstr>
      <vt:lpstr>BAIS 6040: Data Programming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revision>1</cp:revision>
  <dcterms:created xsi:type="dcterms:W3CDTF">2025-07-14T11:21:17Z</dcterms:created>
  <dcterms:modified xsi:type="dcterms:W3CDTF">2025-08-14T09:57:57Z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