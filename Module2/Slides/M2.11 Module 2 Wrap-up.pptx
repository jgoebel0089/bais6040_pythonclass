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3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0517F4-AF8A-4CCF-97A9-2D6763C4546C}" v="2" dt="2025-09-24T11:42:16.852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39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mond, Michael A" userId="6b2689ca-cbb8-4f35-85b9-c472fe3ea77d" providerId="ADAL" clId="{6B9340BF-27A4-4664-BFE1-A20A01A07C8B}"/>
    <pc:docChg chg="custSel modSld">
      <pc:chgData name="Redmond, Michael A" userId="6b2689ca-cbb8-4f35-85b9-c472fe3ea77d" providerId="ADAL" clId="{6B9340BF-27A4-4664-BFE1-A20A01A07C8B}" dt="2025-09-24T11:43:05.142" v="29" actId="20577"/>
      <pc:docMkLst>
        <pc:docMk/>
      </pc:docMkLst>
      <pc:sldChg chg="modSp mod">
        <pc:chgData name="Redmond, Michael A" userId="6b2689ca-cbb8-4f35-85b9-c472fe3ea77d" providerId="ADAL" clId="{6B9340BF-27A4-4664-BFE1-A20A01A07C8B}" dt="2025-09-24T11:42:40.316" v="28" actId="20577"/>
        <pc:sldMkLst>
          <pc:docMk/>
          <pc:sldMk cId="2106977553" sldId="261"/>
        </pc:sldMkLst>
        <pc:spChg chg="mod">
          <ac:chgData name="Redmond, Michael A" userId="6b2689ca-cbb8-4f35-85b9-c472fe3ea77d" providerId="ADAL" clId="{6B9340BF-27A4-4664-BFE1-A20A01A07C8B}" dt="2025-09-24T11:42:40.316" v="28" actId="20577"/>
          <ac:spMkLst>
            <pc:docMk/>
            <pc:sldMk cId="2106977553" sldId="261"/>
            <ac:spMk id="3" creationId="{7BC72801-15D4-E186-C534-72926D18FEC4}"/>
          </ac:spMkLst>
        </pc:spChg>
      </pc:sldChg>
      <pc:sldChg chg="addSp delSp modSp mod">
        <pc:chgData name="Redmond, Michael A" userId="6b2689ca-cbb8-4f35-85b9-c472fe3ea77d" providerId="ADAL" clId="{6B9340BF-27A4-4664-BFE1-A20A01A07C8B}" dt="2025-09-24T11:43:05.142" v="29" actId="20577"/>
        <pc:sldMkLst>
          <pc:docMk/>
          <pc:sldMk cId="363488498" sldId="262"/>
        </pc:sldMkLst>
        <pc:spChg chg="mod">
          <ac:chgData name="Redmond, Michael A" userId="6b2689ca-cbb8-4f35-85b9-c472fe3ea77d" providerId="ADAL" clId="{6B9340BF-27A4-4664-BFE1-A20A01A07C8B}" dt="2025-09-24T11:43:05.142" v="29" actId="20577"/>
          <ac:spMkLst>
            <pc:docMk/>
            <pc:sldMk cId="363488498" sldId="262"/>
            <ac:spMk id="3" creationId="{D0F58480-0021-1C28-0B17-D7ED2DEABFAF}"/>
          </ac:spMkLst>
        </pc:spChg>
        <pc:picChg chg="add mod">
          <ac:chgData name="Redmond, Michael A" userId="6b2689ca-cbb8-4f35-85b9-c472fe3ea77d" providerId="ADAL" clId="{6B9340BF-27A4-4664-BFE1-A20A01A07C8B}" dt="2025-09-24T11:42:30.340" v="18" actId="1076"/>
          <ac:picMkLst>
            <pc:docMk/>
            <pc:sldMk cId="363488498" sldId="262"/>
            <ac:picMk id="4" creationId="{83C9E0A8-D13C-D04A-4430-0300B85BE871}"/>
          </ac:picMkLst>
        </pc:picChg>
        <pc:picChg chg="del">
          <ac:chgData name="Redmond, Michael A" userId="6b2689ca-cbb8-4f35-85b9-c472fe3ea77d" providerId="ADAL" clId="{6B9340BF-27A4-4664-BFE1-A20A01A07C8B}" dt="2025-09-24T11:40:28.641" v="7" actId="478"/>
          <ac:picMkLst>
            <pc:docMk/>
            <pc:sldMk cId="363488498" sldId="262"/>
            <ac:picMk id="5" creationId="{F20C4C42-BC85-4291-5AF2-5A88655DC9F4}"/>
          </ac:picMkLst>
        </pc:picChg>
        <pc:picChg chg="add mod">
          <ac:chgData name="Redmond, Michael A" userId="6b2689ca-cbb8-4f35-85b9-c472fe3ea77d" providerId="ADAL" clId="{6B9340BF-27A4-4664-BFE1-A20A01A07C8B}" dt="2025-09-24T11:42:28.458" v="17" actId="1076"/>
          <ac:picMkLst>
            <pc:docMk/>
            <pc:sldMk cId="363488498" sldId="262"/>
            <ac:picMk id="7" creationId="{9D4534C6-59FC-6771-0D46-A96D9CA6C378}"/>
          </ac:picMkLst>
        </pc:picChg>
      </pc:sldChg>
      <pc:sldChg chg="modSp mod">
        <pc:chgData name="Redmond, Michael A" userId="6b2689ca-cbb8-4f35-85b9-c472fe3ea77d" providerId="ADAL" clId="{6B9340BF-27A4-4664-BFE1-A20A01A07C8B}" dt="2025-09-24T11:40:03.849" v="6" actId="20577"/>
        <pc:sldMkLst>
          <pc:docMk/>
          <pc:sldMk cId="3047895403" sldId="263"/>
        </pc:sldMkLst>
        <pc:spChg chg="mod">
          <ac:chgData name="Redmond, Michael A" userId="6b2689ca-cbb8-4f35-85b9-c472fe3ea77d" providerId="ADAL" clId="{6B9340BF-27A4-4664-BFE1-A20A01A07C8B}" dt="2025-09-24T11:40:03.849" v="6" actId="20577"/>
          <ac:spMkLst>
            <pc:docMk/>
            <pc:sldMk cId="3047895403" sldId="263"/>
            <ac:spMk id="2" creationId="{C5F626C0-457E-716A-AB10-82754B12D40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9/24/2025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9/24/2025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Module 2 Wrap-up</a:t>
            </a:r>
            <a:endParaRPr lang="en-US" dirty="0"/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4997-487F-5C91-7B70-C36C2FB5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B78B-F16B-CB91-3789-CE8BCBD4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08132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8480-0021-1C28-0B17-D7ED2DEA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61080"/>
            <a:ext cx="5843541" cy="37232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Module Objectives:</a:t>
            </a: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Collections Data Types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Identify and Construct Functions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Using Logical Operators 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Branching and If Statements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 descr="A aerial view of a farm&#10;&#10;AI-generated content may be incorrect.">
            <a:extLst>
              <a:ext uri="{FF2B5EF4-FFF2-40B4-BE49-F238E27FC236}">
                <a16:creationId xmlns:a16="http://schemas.microsoft.com/office/drawing/2014/main" id="{83C9E0A8-D13C-D04A-4430-0300B85BE871}"/>
              </a:ext>
            </a:extLst>
          </p:cNvPr>
          <p:cNvPicPr>
            <a:picLocks noGrp="1"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6025" y="5247355"/>
            <a:ext cx="3013826" cy="1183234"/>
          </a:xfrm>
          <a:prstGeom prst="rect">
            <a:avLst/>
          </a:prstGeom>
          <a:noFill/>
        </p:spPr>
      </p:pic>
      <p:pic>
        <p:nvPicPr>
          <p:cNvPr id="7" name="Picture 6" descr="A group of gears with arrows&#10;&#10;AI-generated content may be incorrect.">
            <a:extLst>
              <a:ext uri="{FF2B5EF4-FFF2-40B4-BE49-F238E27FC236}">
                <a16:creationId xmlns:a16="http://schemas.microsoft.com/office/drawing/2014/main" id="{9D4534C6-59FC-6771-0D46-A96D9CA6C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31" y="5303845"/>
            <a:ext cx="1640890" cy="112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1539-FC83-3EAF-D025-E45D5284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63538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2801-15D4-E186-C534-72926D18F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00923"/>
            <a:ext cx="6281833" cy="30806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We learned:</a:t>
            </a:r>
            <a:endParaRPr lang="en-US" dirty="0"/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Lists, Tuples, Dictionaries, Sets</a:t>
            </a:r>
            <a:endParaRPr lang="en-US" dirty="0">
              <a:ea typeface="Calibri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Built-in and User Defined Functions</a:t>
            </a:r>
            <a:endParaRPr lang="en-US" dirty="0">
              <a:ea typeface="Calibri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Logical Operators</a:t>
            </a:r>
            <a:endParaRPr lang="en-US" dirty="0">
              <a:ea typeface="Calibri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Branching with If, Else, Elif</a:t>
            </a:r>
            <a:endParaRPr lang="en-US" dirty="0">
              <a:ea typeface="Calibri"/>
            </a:endParaRPr>
          </a:p>
          <a:p>
            <a:pPr lvl="1"/>
            <a:endParaRPr lang="en-US" dirty="0">
              <a:ea typeface="Calibri" panose="020F0502020204030204" pitchFamily="34" charset="0"/>
            </a:endParaRPr>
          </a:p>
        </p:txBody>
      </p:sp>
      <p:pic>
        <p:nvPicPr>
          <p:cNvPr id="7" name="Picture 6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B9DD47D9-2219-9682-ACD1-B2BE60F45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37" y="4076457"/>
            <a:ext cx="3112185" cy="231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7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3</TotalTime>
  <Words>66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Banded Design UI Gold 16x9</vt:lpstr>
      <vt:lpstr>Data Programming  in Python _________________ Module 2 Wrap-up</vt:lpstr>
      <vt:lpstr>BAIS 6040: Data Programming in Python</vt:lpstr>
      <vt:lpstr>BAIS 6040: Data Programming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Redmond, Michael A</cp:lastModifiedBy>
  <cp:revision>2</cp:revision>
  <dcterms:created xsi:type="dcterms:W3CDTF">2025-07-14T11:21:17Z</dcterms:created>
  <dcterms:modified xsi:type="dcterms:W3CDTF">2025-09-24T11:43:13Z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