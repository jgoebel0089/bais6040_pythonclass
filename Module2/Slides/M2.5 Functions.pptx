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63" r:id="rId5"/>
    <p:sldId id="692" r:id="rId6"/>
    <p:sldId id="264" r:id="rId7"/>
    <p:sldId id="693" r:id="rId8"/>
    <p:sldId id="69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CAD597-BFAF-4789-BF25-F8BDBCDC9E89}" v="3" dt="2025-10-16T15:20:06.515"/>
  </p1510:revLst>
</p1510:revInfo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355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mond, Michael A" userId="6b2689ca-cbb8-4f35-85b9-c472fe3ea77d" providerId="ADAL" clId="{6B9340BF-27A4-4664-BFE1-A20A01A07C8B}"/>
    <pc:docChg chg="custSel addSld delSld modSld">
      <pc:chgData name="Redmond, Michael A" userId="6b2689ca-cbb8-4f35-85b9-c472fe3ea77d" providerId="ADAL" clId="{6B9340BF-27A4-4664-BFE1-A20A01A07C8B}" dt="2025-10-28T18:06:28.696" v="671" actId="962"/>
      <pc:docMkLst>
        <pc:docMk/>
      </pc:docMkLst>
      <pc:sldChg chg="del">
        <pc:chgData name="Redmond, Michael A" userId="6b2689ca-cbb8-4f35-85b9-c472fe3ea77d" providerId="ADAL" clId="{6B9340BF-27A4-4664-BFE1-A20A01A07C8B}" dt="2025-10-16T14:10:51.064" v="25" actId="47"/>
        <pc:sldMkLst>
          <pc:docMk/>
          <pc:sldMk cId="363488498" sldId="262"/>
        </pc:sldMkLst>
      </pc:sldChg>
      <pc:sldChg chg="modSp mod">
        <pc:chgData name="Redmond, Michael A" userId="6b2689ca-cbb8-4f35-85b9-c472fe3ea77d" providerId="ADAL" clId="{6B9340BF-27A4-4664-BFE1-A20A01A07C8B}" dt="2025-10-28T18:06:15.394" v="669" actId="962"/>
        <pc:sldMkLst>
          <pc:docMk/>
          <pc:sldMk cId="3047895403" sldId="263"/>
        </pc:sldMkLst>
        <pc:spChg chg="mod">
          <ac:chgData name="Redmond, Michael A" userId="6b2689ca-cbb8-4f35-85b9-c472fe3ea77d" providerId="ADAL" clId="{6B9340BF-27A4-4664-BFE1-A20A01A07C8B}" dt="2025-10-16T14:10:47.029" v="24" actId="20577"/>
          <ac:spMkLst>
            <pc:docMk/>
            <pc:sldMk cId="3047895403" sldId="263"/>
            <ac:spMk id="2" creationId="{C5F626C0-457E-716A-AB10-82754B12D40B}"/>
          </ac:spMkLst>
        </pc:spChg>
        <pc:picChg chg="mod">
          <ac:chgData name="Redmond, Michael A" userId="6b2689ca-cbb8-4f35-85b9-c472fe3ea77d" providerId="ADAL" clId="{6B9340BF-27A4-4664-BFE1-A20A01A07C8B}" dt="2025-10-28T18:06:15.394" v="669" actId="962"/>
          <ac:picMkLst>
            <pc:docMk/>
            <pc:sldMk cId="3047895403" sldId="263"/>
            <ac:picMk id="5" creationId="{043F4988-C2A2-B678-BF5E-03DA3980D128}"/>
          </ac:picMkLst>
        </pc:picChg>
      </pc:sldChg>
      <pc:sldChg chg="addSp modSp new mod">
        <pc:chgData name="Redmond, Michael A" userId="6b2689ca-cbb8-4f35-85b9-c472fe3ea77d" providerId="ADAL" clId="{6B9340BF-27A4-4664-BFE1-A20A01A07C8B}" dt="2025-10-16T14:13:10.398" v="210" actId="1076"/>
        <pc:sldMkLst>
          <pc:docMk/>
          <pc:sldMk cId="1654138445" sldId="264"/>
        </pc:sldMkLst>
        <pc:spChg chg="mod">
          <ac:chgData name="Redmond, Michael A" userId="6b2689ca-cbb8-4f35-85b9-c472fe3ea77d" providerId="ADAL" clId="{6B9340BF-27A4-4664-BFE1-A20A01A07C8B}" dt="2025-10-16T14:11:51.623" v="69" actId="20577"/>
          <ac:spMkLst>
            <pc:docMk/>
            <pc:sldMk cId="1654138445" sldId="264"/>
            <ac:spMk id="2" creationId="{2E3E0992-41E1-6543-BC42-7DFDEFF6D868}"/>
          </ac:spMkLst>
        </pc:spChg>
        <pc:spChg chg="mod">
          <ac:chgData name="Redmond, Michael A" userId="6b2689ca-cbb8-4f35-85b9-c472fe3ea77d" providerId="ADAL" clId="{6B9340BF-27A4-4664-BFE1-A20A01A07C8B}" dt="2025-10-16T14:12:57.991" v="208" actId="20577"/>
          <ac:spMkLst>
            <pc:docMk/>
            <pc:sldMk cId="1654138445" sldId="264"/>
            <ac:spMk id="3" creationId="{B8D289FA-8BB8-ED65-5283-C1CE0DE3BA61}"/>
          </ac:spMkLst>
        </pc:spChg>
        <pc:spChg chg="add mod">
          <ac:chgData name="Redmond, Michael A" userId="6b2689ca-cbb8-4f35-85b9-c472fe3ea77d" providerId="ADAL" clId="{6B9340BF-27A4-4664-BFE1-A20A01A07C8B}" dt="2025-10-16T14:13:10.398" v="210" actId="1076"/>
          <ac:spMkLst>
            <pc:docMk/>
            <pc:sldMk cId="1654138445" sldId="264"/>
            <ac:spMk id="4" creationId="{2EB50463-03C6-E010-B28B-2600785B1831}"/>
          </ac:spMkLst>
        </pc:spChg>
      </pc:sldChg>
      <pc:sldChg chg="del">
        <pc:chgData name="Redmond, Michael A" userId="6b2689ca-cbb8-4f35-85b9-c472fe3ea77d" providerId="ADAL" clId="{6B9340BF-27A4-4664-BFE1-A20A01A07C8B}" dt="2025-10-16T14:10:51.064" v="25" actId="47"/>
        <pc:sldMkLst>
          <pc:docMk/>
          <pc:sldMk cId="1815173272" sldId="264"/>
        </pc:sldMkLst>
      </pc:sldChg>
      <pc:sldChg chg="del">
        <pc:chgData name="Redmond, Michael A" userId="6b2689ca-cbb8-4f35-85b9-c472fe3ea77d" providerId="ADAL" clId="{6B9340BF-27A4-4664-BFE1-A20A01A07C8B}" dt="2025-10-16T14:10:51.064" v="25" actId="47"/>
        <pc:sldMkLst>
          <pc:docMk/>
          <pc:sldMk cId="2818274703" sldId="265"/>
        </pc:sldMkLst>
      </pc:sldChg>
      <pc:sldChg chg="del">
        <pc:chgData name="Redmond, Michael A" userId="6b2689ca-cbb8-4f35-85b9-c472fe3ea77d" providerId="ADAL" clId="{6B9340BF-27A4-4664-BFE1-A20A01A07C8B}" dt="2025-10-16T14:10:51.064" v="25" actId="47"/>
        <pc:sldMkLst>
          <pc:docMk/>
          <pc:sldMk cId="3359916284" sldId="266"/>
        </pc:sldMkLst>
      </pc:sldChg>
      <pc:sldChg chg="del">
        <pc:chgData name="Redmond, Michael A" userId="6b2689ca-cbb8-4f35-85b9-c472fe3ea77d" providerId="ADAL" clId="{6B9340BF-27A4-4664-BFE1-A20A01A07C8B}" dt="2025-10-16T14:10:51.064" v="25" actId="47"/>
        <pc:sldMkLst>
          <pc:docMk/>
          <pc:sldMk cId="3310844497" sldId="267"/>
        </pc:sldMkLst>
      </pc:sldChg>
      <pc:sldChg chg="modSp add mod">
        <pc:chgData name="Redmond, Michael A" userId="6b2689ca-cbb8-4f35-85b9-c472fe3ea77d" providerId="ADAL" clId="{6B9340BF-27A4-4664-BFE1-A20A01A07C8B}" dt="2025-10-28T18:06:28.696" v="671" actId="962"/>
        <pc:sldMkLst>
          <pc:docMk/>
          <pc:sldMk cId="4077176999" sldId="692"/>
        </pc:sldMkLst>
        <pc:spChg chg="mod">
          <ac:chgData name="Redmond, Michael A" userId="6b2689ca-cbb8-4f35-85b9-c472fe3ea77d" providerId="ADAL" clId="{6B9340BF-27A4-4664-BFE1-A20A01A07C8B}" dt="2025-10-16T15:15:49.148" v="253" actId="27636"/>
          <ac:spMkLst>
            <pc:docMk/>
            <pc:sldMk cId="4077176999" sldId="692"/>
            <ac:spMk id="3" creationId="{156348C1-DFB6-E17C-2497-C9D7A618E17A}"/>
          </ac:spMkLst>
        </pc:spChg>
        <pc:picChg chg="mod">
          <ac:chgData name="Redmond, Michael A" userId="6b2689ca-cbb8-4f35-85b9-c472fe3ea77d" providerId="ADAL" clId="{6B9340BF-27A4-4664-BFE1-A20A01A07C8B}" dt="2025-10-28T18:06:28.696" v="671" actId="962"/>
          <ac:picMkLst>
            <pc:docMk/>
            <pc:sldMk cId="4077176999" sldId="692"/>
            <ac:picMk id="5" creationId="{3D5E1E3E-1C75-121A-2C10-8787C15244A5}"/>
          </ac:picMkLst>
        </pc:picChg>
      </pc:sldChg>
      <pc:sldChg chg="addSp modSp new mod">
        <pc:chgData name="Redmond, Michael A" userId="6b2689ca-cbb8-4f35-85b9-c472fe3ea77d" providerId="ADAL" clId="{6B9340BF-27A4-4664-BFE1-A20A01A07C8B}" dt="2025-10-16T15:21:08.418" v="667" actId="20577"/>
        <pc:sldMkLst>
          <pc:docMk/>
          <pc:sldMk cId="1324624750" sldId="693"/>
        </pc:sldMkLst>
        <pc:spChg chg="mod">
          <ac:chgData name="Redmond, Michael A" userId="6b2689ca-cbb8-4f35-85b9-c472fe3ea77d" providerId="ADAL" clId="{6B9340BF-27A4-4664-BFE1-A20A01A07C8B}" dt="2025-10-16T15:16:43.813" v="304" actId="20577"/>
          <ac:spMkLst>
            <pc:docMk/>
            <pc:sldMk cId="1324624750" sldId="693"/>
            <ac:spMk id="2" creationId="{FE00A39E-D86E-CBFA-1039-DC3FBB54ADD1}"/>
          </ac:spMkLst>
        </pc:spChg>
        <pc:spChg chg="mod">
          <ac:chgData name="Redmond, Michael A" userId="6b2689ca-cbb8-4f35-85b9-c472fe3ea77d" providerId="ADAL" clId="{6B9340BF-27A4-4664-BFE1-A20A01A07C8B}" dt="2025-10-16T15:18:34.781" v="479" actId="20577"/>
          <ac:spMkLst>
            <pc:docMk/>
            <pc:sldMk cId="1324624750" sldId="693"/>
            <ac:spMk id="3" creationId="{E8E25A6F-61DD-C8B7-3804-8BDB75AC388F}"/>
          </ac:spMkLst>
        </pc:spChg>
        <pc:spChg chg="add mod">
          <ac:chgData name="Redmond, Michael A" userId="6b2689ca-cbb8-4f35-85b9-c472fe3ea77d" providerId="ADAL" clId="{6B9340BF-27A4-4664-BFE1-A20A01A07C8B}" dt="2025-10-16T15:21:08.418" v="667" actId="20577"/>
          <ac:spMkLst>
            <pc:docMk/>
            <pc:sldMk cId="1324624750" sldId="693"/>
            <ac:spMk id="5" creationId="{AA4411F5-2779-0274-1C49-1992F31EE5D9}"/>
          </ac:spMkLst>
        </pc:spChg>
      </pc:sldChg>
      <pc:sldChg chg="addSp modSp new mod">
        <pc:chgData name="Redmond, Michael A" userId="6b2689ca-cbb8-4f35-85b9-c472fe3ea77d" providerId="ADAL" clId="{6B9340BF-27A4-4664-BFE1-A20A01A07C8B}" dt="2025-10-16T15:20:43.231" v="660" actId="1076"/>
        <pc:sldMkLst>
          <pc:docMk/>
          <pc:sldMk cId="3763627873" sldId="694"/>
        </pc:sldMkLst>
        <pc:spChg chg="mod">
          <ac:chgData name="Redmond, Michael A" userId="6b2689ca-cbb8-4f35-85b9-c472fe3ea77d" providerId="ADAL" clId="{6B9340BF-27A4-4664-BFE1-A20A01A07C8B}" dt="2025-10-16T15:19:23.037" v="519" actId="20577"/>
          <ac:spMkLst>
            <pc:docMk/>
            <pc:sldMk cId="3763627873" sldId="694"/>
            <ac:spMk id="2" creationId="{1D9F2462-E397-15BE-8147-75F9C4720DD5}"/>
          </ac:spMkLst>
        </pc:spChg>
        <pc:spChg chg="mod">
          <ac:chgData name="Redmond, Michael A" userId="6b2689ca-cbb8-4f35-85b9-c472fe3ea77d" providerId="ADAL" clId="{6B9340BF-27A4-4664-BFE1-A20A01A07C8B}" dt="2025-10-16T15:20:39.291" v="659" actId="14100"/>
          <ac:spMkLst>
            <pc:docMk/>
            <pc:sldMk cId="3763627873" sldId="694"/>
            <ac:spMk id="3" creationId="{DBA8F43F-1789-D2DD-F049-C9B8E60ABF8E}"/>
          </ac:spMkLst>
        </pc:spChg>
        <pc:spChg chg="add mod">
          <ac:chgData name="Redmond, Michael A" userId="6b2689ca-cbb8-4f35-85b9-c472fe3ea77d" providerId="ADAL" clId="{6B9340BF-27A4-4664-BFE1-A20A01A07C8B}" dt="2025-10-16T15:20:43.231" v="660" actId="1076"/>
          <ac:spMkLst>
            <pc:docMk/>
            <pc:sldMk cId="3763627873" sldId="694"/>
            <ac:spMk id="4" creationId="{3EC81C48-9AD3-9978-3175-32ABEFC4D81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10/28/2025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10/28/2025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docs.python.org/3/library/functions.html" TargetMode="Externa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467360"/>
            <a:ext cx="8392079" cy="2116228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 Programming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 Python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_________________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Functions</a:t>
            </a:r>
            <a:endParaRPr lang="en-US" dirty="0"/>
          </a:p>
        </p:txBody>
      </p:sp>
      <p:pic>
        <p:nvPicPr>
          <p:cNvPr id="5" name="Picture 4" descr="Python art with gear icons&#10;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113DE-33CB-3D59-A6D0-A943CB66A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Functions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348C1-DFB6-E17C-2497-C9D7A618E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5" y="1901952"/>
            <a:ext cx="8745359" cy="412762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M2.6 Built-in Functions Notebook Demo</a:t>
            </a:r>
          </a:p>
          <a:p>
            <a:r>
              <a:rPr lang="en-US" dirty="0"/>
              <a:t>help()</a:t>
            </a:r>
          </a:p>
          <a:p>
            <a:r>
              <a:rPr lang="en-US" dirty="0"/>
              <a:t>str()</a:t>
            </a:r>
          </a:p>
          <a:p>
            <a:r>
              <a:rPr lang="en-US" dirty="0"/>
              <a:t>float()</a:t>
            </a:r>
          </a:p>
          <a:p>
            <a:r>
              <a:rPr lang="en-US" dirty="0"/>
              <a:t>range()</a:t>
            </a:r>
          </a:p>
          <a:p>
            <a:r>
              <a:rPr lang="en-US" dirty="0"/>
              <a:t>print()</a:t>
            </a:r>
          </a:p>
          <a:p>
            <a:r>
              <a:rPr lang="en-US" dirty="0"/>
              <a:t>open()</a:t>
            </a:r>
          </a:p>
          <a:p>
            <a:r>
              <a:rPr lang="en-US" dirty="0">
                <a:hlinkClick r:id="rId2"/>
              </a:rPr>
              <a:t>https://docs.python.org/3/library/functions.html</a:t>
            </a:r>
            <a:endParaRPr lang="en-US" dirty="0"/>
          </a:p>
        </p:txBody>
      </p:sp>
      <p:pic>
        <p:nvPicPr>
          <p:cNvPr id="5" name="Picture 4" descr="Built in shelves to represent Python built-in functions&#10;">
            <a:extLst>
              <a:ext uri="{FF2B5EF4-FFF2-40B4-BE49-F238E27FC236}">
                <a16:creationId xmlns:a16="http://schemas.microsoft.com/office/drawing/2014/main" id="{3D5E1E3E-1C75-121A-2C10-8787C1524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622" y="2446866"/>
            <a:ext cx="2638171" cy="263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176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0992-41E1-6543-BC42-7DFDEFF6D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User-defined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289FA-8BB8-ED65-5283-C1CE0DE3B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901952"/>
            <a:ext cx="5378704" cy="4127627"/>
          </a:xfrm>
        </p:spPr>
        <p:txBody>
          <a:bodyPr/>
          <a:lstStyle/>
          <a:p>
            <a:r>
              <a:rPr lang="en-US" dirty="0"/>
              <a:t>Helps when we want to rerun code and change parameters</a:t>
            </a:r>
          </a:p>
          <a:p>
            <a:r>
              <a:rPr lang="en-US" dirty="0"/>
              <a:t>Calling function name will trigger running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B50463-03C6-E010-B28B-2600785B1831}"/>
              </a:ext>
            </a:extLst>
          </p:cNvPr>
          <p:cNvSpPr txBox="1"/>
          <p:nvPr/>
        </p:nvSpPr>
        <p:spPr>
          <a:xfrm>
            <a:off x="-326618" y="4307879"/>
            <a:ext cx="7701086" cy="2355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4572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"/>
                <a:ea typeface="+mn-ea"/>
                <a:cs typeface="Arial" panose="020B0604020202020204" pitchFamily="34" charset="0"/>
              </a:rPr>
              <a:t>def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28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ourier"/>
                <a:ea typeface="+mn-ea"/>
                <a:cs typeface="Arial" panose="020B0604020202020204" pitchFamily="34" charset="0"/>
              </a:rPr>
              <a:t>function_name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"/>
                <a:ea typeface="+mn-ea"/>
                <a:cs typeface="Arial" panose="020B0604020202020204" pitchFamily="34" charset="0"/>
              </a:rPr>
              <a:t>arg1, arg2, …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"/>
                <a:ea typeface="+mn-ea"/>
                <a:cs typeface="Arial" panose="020B0604020202020204" pitchFamily="34" charset="0"/>
              </a:rPr>
              <a:t>)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"/>
                <a:ea typeface="+mn-ea"/>
                <a:cs typeface="Arial" panose="020B0604020202020204" pitchFamily="34" charset="0"/>
              </a:rPr>
              <a:t>:</a:t>
            </a:r>
          </a:p>
          <a:p>
            <a:pPr marL="457200" marR="0" lvl="1" indent="0" algn="l" defTabSz="4572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"/>
                <a:ea typeface="+mn-ea"/>
                <a:cs typeface="Arial" panose="020B0604020202020204" pitchFamily="34" charset="0"/>
              </a:rPr>
              <a:t>	</a:t>
            </a:r>
          </a:p>
          <a:p>
            <a:pPr marL="457200" marR="0" lvl="1" indent="0" algn="l" defTabSz="4572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"/>
                <a:ea typeface="+mn-ea"/>
                <a:cs typeface="Arial" panose="020B0604020202020204" pitchFamily="34" charset="0"/>
              </a:rPr>
              <a:t>	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"/>
                <a:ea typeface="+mn-ea"/>
                <a:cs typeface="Arial" panose="020B0604020202020204" pitchFamily="34" charset="0"/>
              </a:rPr>
              <a:t># body of function</a:t>
            </a:r>
          </a:p>
          <a:p>
            <a:pPr marL="457200" marR="0" lvl="1" indent="0" algn="l" defTabSz="4572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urier"/>
              <a:ea typeface="+mn-ea"/>
              <a:cs typeface="Arial" panose="020B0604020202020204" pitchFamily="34" charset="0"/>
            </a:endParaRPr>
          </a:p>
          <a:p>
            <a:pPr marL="457200" marR="0" lvl="1" indent="0" algn="l" defTabSz="4572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"/>
                <a:ea typeface="+mn-ea"/>
                <a:cs typeface="Arial" panose="020B0604020202020204" pitchFamily="34" charset="0"/>
              </a:rPr>
              <a:t>	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"/>
                <a:ea typeface="+mn-ea"/>
                <a:cs typeface="Arial" panose="020B0604020202020204" pitchFamily="34" charset="0"/>
              </a:rPr>
              <a:t>return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ourier"/>
                <a:ea typeface="+mn-ea"/>
                <a:cs typeface="Arial" panose="020B0604020202020204" pitchFamily="34" charset="0"/>
              </a:rPr>
              <a:t>output</a:t>
            </a:r>
          </a:p>
          <a:p>
            <a:pPr marL="457200" marR="0" lvl="1" indent="0" algn="l" defTabSz="4572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"/>
                <a:ea typeface="+mn-ea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654138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0A39E-D86E-CBFA-1039-DC3FBB54A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that return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25A6F-61DD-C8B7-3804-8BDB75AC3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901952"/>
            <a:ext cx="6140704" cy="4127627"/>
          </a:xfrm>
        </p:spPr>
        <p:txBody>
          <a:bodyPr/>
          <a:lstStyle/>
          <a:p>
            <a:r>
              <a:rPr lang="en-US" dirty="0"/>
              <a:t>Value(s) returned from function goes into variable on left of 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4411F5-2779-0274-1C49-1992F31EE5D9}"/>
              </a:ext>
            </a:extLst>
          </p:cNvPr>
          <p:cNvSpPr txBox="1"/>
          <p:nvPr/>
        </p:nvSpPr>
        <p:spPr>
          <a:xfrm>
            <a:off x="372533" y="3198610"/>
            <a:ext cx="7239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def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EA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float_input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prompt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)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marL="18288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25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value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 = float(input(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prompt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))</a:t>
            </a:r>
          </a:p>
          <a:p>
            <a:pPr marL="18288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25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	 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return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value</a:t>
            </a:r>
          </a:p>
          <a:p>
            <a:pPr marL="18288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25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        </a:t>
            </a:r>
          </a:p>
          <a:p>
            <a:pPr marL="18288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25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height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EA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EA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EA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float_input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'Enter height: '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182880" defTabSz="457200">
              <a:buClr>
                <a:prstClr val="white"/>
              </a:buClr>
              <a:buSzPct val="25000"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weight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EA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EA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EA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float_input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'Enter weight: '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182880" defTabSz="457200">
              <a:buClr>
                <a:prstClr val="white"/>
              </a:buClr>
              <a:buSzPct val="25000"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score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EA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=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EA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EA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float_input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'Enter score: '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2462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F2462-E397-15BE-8147-75F9C4720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467360"/>
            <a:ext cx="8316638" cy="1233424"/>
          </a:xfrm>
        </p:spPr>
        <p:txBody>
          <a:bodyPr/>
          <a:lstStyle/>
          <a:p>
            <a:r>
              <a:rPr lang="en-US" dirty="0"/>
              <a:t>Multiple &amp; Default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8F43F-1789-D2DD-F049-C9B8E60AB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563285"/>
            <a:ext cx="6572504" cy="4127627"/>
          </a:xfrm>
        </p:spPr>
        <p:txBody>
          <a:bodyPr/>
          <a:lstStyle/>
          <a:p>
            <a:r>
              <a:rPr lang="en-US" dirty="0"/>
              <a:t>Arguments are variables used within function and can have default values</a:t>
            </a:r>
          </a:p>
        </p:txBody>
      </p:sp>
      <p:sp>
        <p:nvSpPr>
          <p:cNvPr id="4" name="Shape 379">
            <a:extLst>
              <a:ext uri="{FF2B5EF4-FFF2-40B4-BE49-F238E27FC236}">
                <a16:creationId xmlns:a16="http://schemas.microsoft.com/office/drawing/2014/main" id="{3EC81C48-9AD3-9978-3175-32ABEFC4D813}"/>
              </a:ext>
            </a:extLst>
          </p:cNvPr>
          <p:cNvSpPr txBox="1"/>
          <p:nvPr/>
        </p:nvSpPr>
        <p:spPr>
          <a:xfrm>
            <a:off x="1325034" y="2796709"/>
            <a:ext cx="4468369" cy="3407318"/>
          </a:xfrm>
          <a:prstGeom prst="rect">
            <a:avLst/>
          </a:prstGeom>
          <a:solidFill>
            <a:srgbClr val="EBFBFF">
              <a:alpha val="30196"/>
            </a:srgbClr>
          </a:solidFill>
          <a:ln>
            <a:solidFill>
              <a:srgbClr val="0070C0"/>
            </a:solidFill>
          </a:ln>
        </p:spPr>
        <p:txBody>
          <a:bodyPr lIns="0" tIns="0" rIns="0" bIns="0" anchor="ctr" anchorCtr="0">
            <a:noAutofit/>
          </a:bodyPr>
          <a:lstStyle/>
          <a:p>
            <a:pPr marL="18288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25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def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power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base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EA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exp = 2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):</a:t>
            </a:r>
          </a:p>
          <a:p>
            <a:pPr marL="18288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25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    result =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base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 **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EA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exp</a:t>
            </a:r>
          </a:p>
          <a:p>
            <a:pPr marL="18288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25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    return result</a:t>
            </a:r>
          </a:p>
          <a:p>
            <a:pPr marL="18288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25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 </a:t>
            </a:r>
          </a:p>
          <a:p>
            <a:pPr marL="18288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25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power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3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EA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4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))</a:t>
            </a:r>
          </a:p>
          <a:p>
            <a:pPr marL="18288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25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FD093">
                    <a:lumMod val="75000"/>
                  </a:srgbClr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&gt;&gt;&gt; 81</a:t>
            </a:r>
          </a:p>
          <a:p>
            <a:pPr marL="18288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25000"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"/>
              <a:ea typeface="Courier"/>
              <a:cs typeface="Courier"/>
              <a:sym typeface="Courier New"/>
            </a:endParaRPr>
          </a:p>
          <a:p>
            <a:pPr marL="18288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25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power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3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,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EA0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2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))</a:t>
            </a:r>
          </a:p>
          <a:p>
            <a:pPr marL="18288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25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FD093">
                    <a:lumMod val="75000"/>
                  </a:srgbClr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&gt;&gt;&gt; 9</a:t>
            </a:r>
          </a:p>
          <a:p>
            <a:pPr marL="18288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25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65A6D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power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3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))</a:t>
            </a:r>
          </a:p>
          <a:p>
            <a:pPr marL="18288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white"/>
              </a:buClr>
              <a:buSzPct val="25000"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FD093">
                    <a:lumMod val="75000"/>
                  </a:srgbClr>
                </a:solidFill>
                <a:effectLst/>
                <a:uLnTx/>
                <a:uFillTx/>
                <a:latin typeface="Courier"/>
                <a:ea typeface="Courier"/>
                <a:cs typeface="Courier"/>
                <a:sym typeface="Courier New"/>
              </a:rPr>
              <a:t>&gt;&gt;&gt; 9</a:t>
            </a:r>
          </a:p>
        </p:txBody>
      </p:sp>
    </p:spTree>
    <p:extLst>
      <p:ext uri="{BB962C8B-B14F-4D97-AF65-F5344CB8AC3E}">
        <p14:creationId xmlns:p14="http://schemas.microsoft.com/office/powerpoint/2010/main" val="376362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Props1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TotalTime>100</TotalTime>
  <Words>215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Courier</vt:lpstr>
      <vt:lpstr>Wingdings</vt:lpstr>
      <vt:lpstr>Banded Design UI Gold 16x9</vt:lpstr>
      <vt:lpstr>Data Programming  in Python _________________ Functions</vt:lpstr>
      <vt:lpstr>Built-in Functions in Python</vt:lpstr>
      <vt:lpstr>User-defined Functions</vt:lpstr>
      <vt:lpstr>Functions that return output</vt:lpstr>
      <vt:lpstr>Multiple &amp; Default Arguments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lastModifiedBy>Redmond, Michael A</cp:lastModifiedBy>
  <cp:revision>45</cp:revision>
  <dcterms:created xsi:type="dcterms:W3CDTF">2025-07-14T11:21:17Z</dcterms:created>
  <dcterms:modified xsi:type="dcterms:W3CDTF">2025-10-28T18:06:37Z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</Properties>
</file>