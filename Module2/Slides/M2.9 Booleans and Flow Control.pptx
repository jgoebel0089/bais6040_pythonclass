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63" r:id="rId5"/>
    <p:sldId id="258" r:id="rId6"/>
    <p:sldId id="556" r:id="rId7"/>
    <p:sldId id="557" r:id="rId8"/>
    <p:sldId id="559" r:id="rId9"/>
    <p:sldId id="560" r:id="rId10"/>
    <p:sldId id="558" r:id="rId11"/>
    <p:sldId id="561" r:id="rId12"/>
    <p:sldId id="562" r:id="rId13"/>
    <p:sldId id="563" r:id="rId14"/>
    <p:sldId id="564" r:id="rId15"/>
    <p:sldId id="55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C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AA9818-F435-485E-9F66-1C54FED4BFA9}" v="23" dt="2025-10-20T19:05:14.812"/>
  </p1510:revLst>
</p1510:revInfo>
</file>

<file path=ppt/tableStyles.xml><?xml version="1.0" encoding="utf-8"?>
<a:tblStyleLst xmlns:a="http://schemas.openxmlformats.org/drawingml/2006/main" def="{B301B821-A1FF-4177-AEE7-76D212191A0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dmond, Michael A" userId="6b2689ca-cbb8-4f35-85b9-c472fe3ea77d" providerId="ADAL" clId="{6B9340BF-27A4-4664-BFE1-A20A01A07C8B}"/>
    <pc:docChg chg="undo custSel addSld delSld modSld">
      <pc:chgData name="Redmond, Michael A" userId="6b2689ca-cbb8-4f35-85b9-c472fe3ea77d" providerId="ADAL" clId="{6B9340BF-27A4-4664-BFE1-A20A01A07C8B}" dt="2025-10-28T18:05:32.567" v="394" actId="207"/>
      <pc:docMkLst>
        <pc:docMk/>
      </pc:docMkLst>
      <pc:sldChg chg="addSp delSp modSp add mod">
        <pc:chgData name="Redmond, Michael A" userId="6b2689ca-cbb8-4f35-85b9-c472fe3ea77d" providerId="ADAL" clId="{6B9340BF-27A4-4664-BFE1-A20A01A07C8B}" dt="2025-10-27T17:16:19.580" v="388" actId="962"/>
        <pc:sldMkLst>
          <pc:docMk/>
          <pc:sldMk cId="3406285092" sldId="258"/>
        </pc:sldMkLst>
        <pc:spChg chg="mod">
          <ac:chgData name="Redmond, Michael A" userId="6b2689ca-cbb8-4f35-85b9-c472fe3ea77d" providerId="ADAL" clId="{6B9340BF-27A4-4664-BFE1-A20A01A07C8B}" dt="2025-10-20T18:06:28.285" v="98" actId="20577"/>
          <ac:spMkLst>
            <pc:docMk/>
            <pc:sldMk cId="3406285092" sldId="258"/>
            <ac:spMk id="2" creationId="{8BD529AA-6AE5-48A4-94B6-3D72B36BA43F}"/>
          </ac:spMkLst>
        </pc:spChg>
        <pc:spChg chg="mod">
          <ac:chgData name="Redmond, Michael A" userId="6b2689ca-cbb8-4f35-85b9-c472fe3ea77d" providerId="ADAL" clId="{6B9340BF-27A4-4664-BFE1-A20A01A07C8B}" dt="2025-10-20T18:05:06.898" v="76" actId="5793"/>
          <ac:spMkLst>
            <pc:docMk/>
            <pc:sldMk cId="3406285092" sldId="258"/>
            <ac:spMk id="3" creationId="{D5511D04-C45D-409C-82D0-99F88AC5D317}"/>
          </ac:spMkLst>
        </pc:spChg>
        <pc:picChg chg="add mod">
          <ac:chgData name="Redmond, Michael A" userId="6b2689ca-cbb8-4f35-85b9-c472fe3ea77d" providerId="ADAL" clId="{6B9340BF-27A4-4664-BFE1-A20A01A07C8B}" dt="2025-10-27T17:16:19.580" v="388" actId="962"/>
          <ac:picMkLst>
            <pc:docMk/>
            <pc:sldMk cId="3406285092" sldId="258"/>
            <ac:picMk id="7" creationId="{500F8AF7-8325-25D0-19AC-FFB68F794541}"/>
          </ac:picMkLst>
        </pc:picChg>
      </pc:sldChg>
      <pc:sldChg chg="add del">
        <pc:chgData name="Redmond, Michael A" userId="6b2689ca-cbb8-4f35-85b9-c472fe3ea77d" providerId="ADAL" clId="{6B9340BF-27A4-4664-BFE1-A20A01A07C8B}" dt="2025-10-20T18:58:08.293" v="130" actId="47"/>
        <pc:sldMkLst>
          <pc:docMk/>
          <pc:sldMk cId="3455368180" sldId="259"/>
        </pc:sldMkLst>
      </pc:sldChg>
      <pc:sldChg chg="modSp mod">
        <pc:chgData name="Redmond, Michael A" userId="6b2689ca-cbb8-4f35-85b9-c472fe3ea77d" providerId="ADAL" clId="{6B9340BF-27A4-4664-BFE1-A20A01A07C8B}" dt="2025-10-27T17:16:11.683" v="386" actId="962"/>
        <pc:sldMkLst>
          <pc:docMk/>
          <pc:sldMk cId="3047895403" sldId="263"/>
        </pc:sldMkLst>
        <pc:spChg chg="mod">
          <ac:chgData name="Redmond, Michael A" userId="6b2689ca-cbb8-4f35-85b9-c472fe3ea77d" providerId="ADAL" clId="{6B9340BF-27A4-4664-BFE1-A20A01A07C8B}" dt="2025-10-20T18:00:10.141" v="25" actId="20577"/>
          <ac:spMkLst>
            <pc:docMk/>
            <pc:sldMk cId="3047895403" sldId="263"/>
            <ac:spMk id="2" creationId="{C5F626C0-457E-716A-AB10-82754B12D40B}"/>
          </ac:spMkLst>
        </pc:spChg>
        <pc:picChg chg="mod">
          <ac:chgData name="Redmond, Michael A" userId="6b2689ca-cbb8-4f35-85b9-c472fe3ea77d" providerId="ADAL" clId="{6B9340BF-27A4-4664-BFE1-A20A01A07C8B}" dt="2025-10-27T17:16:11.683" v="386" actId="962"/>
          <ac:picMkLst>
            <pc:docMk/>
            <pc:sldMk cId="3047895403" sldId="263"/>
            <ac:picMk id="5" creationId="{043F4988-C2A2-B678-BF5E-03DA3980D128}"/>
          </ac:picMkLst>
        </pc:picChg>
      </pc:sldChg>
      <pc:sldChg chg="new del">
        <pc:chgData name="Redmond, Michael A" userId="6b2689ca-cbb8-4f35-85b9-c472fe3ea77d" providerId="ADAL" clId="{6B9340BF-27A4-4664-BFE1-A20A01A07C8B}" dt="2025-10-20T19:05:52.696" v="346" actId="47"/>
        <pc:sldMkLst>
          <pc:docMk/>
          <pc:sldMk cId="1471740935" sldId="264"/>
        </pc:sldMkLst>
      </pc:sldChg>
      <pc:sldChg chg="del">
        <pc:chgData name="Redmond, Michael A" userId="6b2689ca-cbb8-4f35-85b9-c472fe3ea77d" providerId="ADAL" clId="{6B9340BF-27A4-4664-BFE1-A20A01A07C8B}" dt="2025-10-20T18:00:03.468" v="0" actId="47"/>
        <pc:sldMkLst>
          <pc:docMk/>
          <pc:sldMk cId="2872955061" sldId="264"/>
        </pc:sldMkLst>
      </pc:sldChg>
      <pc:sldChg chg="del">
        <pc:chgData name="Redmond, Michael A" userId="6b2689ca-cbb8-4f35-85b9-c472fe3ea77d" providerId="ADAL" clId="{6B9340BF-27A4-4664-BFE1-A20A01A07C8B}" dt="2025-10-20T18:00:03.468" v="0" actId="47"/>
        <pc:sldMkLst>
          <pc:docMk/>
          <pc:sldMk cId="2729865541" sldId="265"/>
        </pc:sldMkLst>
      </pc:sldChg>
      <pc:sldChg chg="del">
        <pc:chgData name="Redmond, Michael A" userId="6b2689ca-cbb8-4f35-85b9-c472fe3ea77d" providerId="ADAL" clId="{6B9340BF-27A4-4664-BFE1-A20A01A07C8B}" dt="2025-10-20T18:00:03.468" v="0" actId="47"/>
        <pc:sldMkLst>
          <pc:docMk/>
          <pc:sldMk cId="3914424889" sldId="266"/>
        </pc:sldMkLst>
      </pc:sldChg>
      <pc:sldChg chg="del">
        <pc:chgData name="Redmond, Michael A" userId="6b2689ca-cbb8-4f35-85b9-c472fe3ea77d" providerId="ADAL" clId="{6B9340BF-27A4-4664-BFE1-A20A01A07C8B}" dt="2025-10-20T18:00:03.468" v="0" actId="47"/>
        <pc:sldMkLst>
          <pc:docMk/>
          <pc:sldMk cId="2555570497" sldId="267"/>
        </pc:sldMkLst>
      </pc:sldChg>
      <pc:sldChg chg="del">
        <pc:chgData name="Redmond, Michael A" userId="6b2689ca-cbb8-4f35-85b9-c472fe3ea77d" providerId="ADAL" clId="{6B9340BF-27A4-4664-BFE1-A20A01A07C8B}" dt="2025-10-20T18:00:03.468" v="0" actId="47"/>
        <pc:sldMkLst>
          <pc:docMk/>
          <pc:sldMk cId="1288120079" sldId="268"/>
        </pc:sldMkLst>
      </pc:sldChg>
      <pc:sldChg chg="add del">
        <pc:chgData name="Redmond, Michael A" userId="6b2689ca-cbb8-4f35-85b9-c472fe3ea77d" providerId="ADAL" clId="{6B9340BF-27A4-4664-BFE1-A20A01A07C8B}" dt="2025-10-20T18:55:16.574" v="99" actId="47"/>
        <pc:sldMkLst>
          <pc:docMk/>
          <pc:sldMk cId="3493298990" sldId="375"/>
        </pc:sldMkLst>
      </pc:sldChg>
      <pc:sldChg chg="add del">
        <pc:chgData name="Redmond, Michael A" userId="6b2689ca-cbb8-4f35-85b9-c472fe3ea77d" providerId="ADAL" clId="{6B9340BF-27A4-4664-BFE1-A20A01A07C8B}" dt="2025-10-20T18:58:08.293" v="130" actId="47"/>
        <pc:sldMkLst>
          <pc:docMk/>
          <pc:sldMk cId="3086947184" sldId="376"/>
        </pc:sldMkLst>
      </pc:sldChg>
      <pc:sldChg chg="add del">
        <pc:chgData name="Redmond, Michael A" userId="6b2689ca-cbb8-4f35-85b9-c472fe3ea77d" providerId="ADAL" clId="{6B9340BF-27A4-4664-BFE1-A20A01A07C8B}" dt="2025-10-20T18:58:08.293" v="130" actId="47"/>
        <pc:sldMkLst>
          <pc:docMk/>
          <pc:sldMk cId="1710282319" sldId="377"/>
        </pc:sldMkLst>
      </pc:sldChg>
      <pc:sldChg chg="add del">
        <pc:chgData name="Redmond, Michael A" userId="6b2689ca-cbb8-4f35-85b9-c472fe3ea77d" providerId="ADAL" clId="{6B9340BF-27A4-4664-BFE1-A20A01A07C8B}" dt="2025-10-20T18:58:00.097" v="128" actId="47"/>
        <pc:sldMkLst>
          <pc:docMk/>
          <pc:sldMk cId="2765379569" sldId="378"/>
        </pc:sldMkLst>
      </pc:sldChg>
      <pc:sldChg chg="add del">
        <pc:chgData name="Redmond, Michael A" userId="6b2689ca-cbb8-4f35-85b9-c472fe3ea77d" providerId="ADAL" clId="{6B9340BF-27A4-4664-BFE1-A20A01A07C8B}" dt="2025-10-20T18:58:02.596" v="129" actId="47"/>
        <pc:sldMkLst>
          <pc:docMk/>
          <pc:sldMk cId="4183622105" sldId="379"/>
        </pc:sldMkLst>
      </pc:sldChg>
      <pc:sldChg chg="addSp delSp modSp add del mod">
        <pc:chgData name="Redmond, Michael A" userId="6b2689ca-cbb8-4f35-85b9-c472fe3ea77d" providerId="ADAL" clId="{6B9340BF-27A4-4664-BFE1-A20A01A07C8B}" dt="2025-10-20T19:01:35.072" v="293" actId="47"/>
        <pc:sldMkLst>
          <pc:docMk/>
          <pc:sldMk cId="903908466" sldId="543"/>
        </pc:sldMkLst>
      </pc:sldChg>
      <pc:sldChg chg="addSp delSp modSp add mod">
        <pc:chgData name="Redmond, Michael A" userId="6b2689ca-cbb8-4f35-85b9-c472fe3ea77d" providerId="ADAL" clId="{6B9340BF-27A4-4664-BFE1-A20A01A07C8B}" dt="2025-10-27T17:16:02.383" v="384" actId="207"/>
        <pc:sldMkLst>
          <pc:docMk/>
          <pc:sldMk cId="4133685164" sldId="553"/>
        </pc:sldMkLst>
        <pc:spChg chg="mod">
          <ac:chgData name="Redmond, Michael A" userId="6b2689ca-cbb8-4f35-85b9-c472fe3ea77d" providerId="ADAL" clId="{6B9340BF-27A4-4664-BFE1-A20A01A07C8B}" dt="2025-10-20T18:57:49.708" v="126" actId="14100"/>
          <ac:spMkLst>
            <pc:docMk/>
            <pc:sldMk cId="4133685164" sldId="553"/>
            <ac:spMk id="3" creationId="{0EF12313-9575-4D08-A960-2BA47B7BA189}"/>
          </ac:spMkLst>
        </pc:spChg>
        <pc:spChg chg="add mod">
          <ac:chgData name="Redmond, Michael A" userId="6b2689ca-cbb8-4f35-85b9-c472fe3ea77d" providerId="ADAL" clId="{6B9340BF-27A4-4664-BFE1-A20A01A07C8B}" dt="2025-10-20T18:58:47.353" v="173" actId="20577"/>
          <ac:spMkLst>
            <pc:docMk/>
            <pc:sldMk cId="4133685164" sldId="553"/>
            <ac:spMk id="4" creationId="{67BBBACF-21D6-AC36-28F5-9F3875054BFE}"/>
          </ac:spMkLst>
        </pc:spChg>
        <pc:graphicFrameChg chg="mod modGraphic">
          <ac:chgData name="Redmond, Michael A" userId="6b2689ca-cbb8-4f35-85b9-c472fe3ea77d" providerId="ADAL" clId="{6B9340BF-27A4-4664-BFE1-A20A01A07C8B}" dt="2025-10-27T17:16:02.383" v="384" actId="207"/>
          <ac:graphicFrameMkLst>
            <pc:docMk/>
            <pc:sldMk cId="4133685164" sldId="553"/>
            <ac:graphicFrameMk id="5" creationId="{2190E125-B4AE-20CE-23AC-A7035954CF7A}"/>
          </ac:graphicFrameMkLst>
        </pc:graphicFrameChg>
      </pc:sldChg>
      <pc:sldChg chg="add del">
        <pc:chgData name="Redmond, Michael A" userId="6b2689ca-cbb8-4f35-85b9-c472fe3ea77d" providerId="ADAL" clId="{6B9340BF-27A4-4664-BFE1-A20A01A07C8B}" dt="2025-10-20T18:58:17.044" v="131" actId="47"/>
        <pc:sldMkLst>
          <pc:docMk/>
          <pc:sldMk cId="2866714897" sldId="555"/>
        </pc:sldMkLst>
      </pc:sldChg>
      <pc:sldChg chg="addSp modSp new mod">
        <pc:chgData name="Redmond, Michael A" userId="6b2689ca-cbb8-4f35-85b9-c472fe3ea77d" providerId="ADAL" clId="{6B9340BF-27A4-4664-BFE1-A20A01A07C8B}" dt="2025-10-28T18:05:32.567" v="394" actId="207"/>
        <pc:sldMkLst>
          <pc:docMk/>
          <pc:sldMk cId="441323092" sldId="556"/>
        </pc:sldMkLst>
        <pc:spChg chg="mod">
          <ac:chgData name="Redmond, Michael A" userId="6b2689ca-cbb8-4f35-85b9-c472fe3ea77d" providerId="ADAL" clId="{6B9340BF-27A4-4664-BFE1-A20A01A07C8B}" dt="2025-10-20T18:04:07.634" v="65" actId="20577"/>
          <ac:spMkLst>
            <pc:docMk/>
            <pc:sldMk cId="441323092" sldId="556"/>
            <ac:spMk id="2" creationId="{6DEEADA0-B29A-1592-C593-F7D1E6F76124}"/>
          </ac:spMkLst>
        </pc:spChg>
        <pc:spChg chg="mod">
          <ac:chgData name="Redmond, Michael A" userId="6b2689ca-cbb8-4f35-85b9-c472fe3ea77d" providerId="ADAL" clId="{6B9340BF-27A4-4664-BFE1-A20A01A07C8B}" dt="2025-10-20T18:05:01.420" v="74" actId="1076"/>
          <ac:spMkLst>
            <pc:docMk/>
            <pc:sldMk cId="441323092" sldId="556"/>
            <ac:spMk id="3" creationId="{BCDFA09B-E80F-894B-25A4-4FAB9D5056CE}"/>
          </ac:spMkLst>
        </pc:spChg>
        <pc:spChg chg="add mod">
          <ac:chgData name="Redmond, Michael A" userId="6b2689ca-cbb8-4f35-85b9-c472fe3ea77d" providerId="ADAL" clId="{6B9340BF-27A4-4664-BFE1-A20A01A07C8B}" dt="2025-10-20T18:04:31.805" v="70" actId="1076"/>
          <ac:spMkLst>
            <pc:docMk/>
            <pc:sldMk cId="441323092" sldId="556"/>
            <ac:spMk id="4" creationId="{62347D80-F431-6663-82F8-0F3860D05177}"/>
          </ac:spMkLst>
        </pc:spChg>
        <pc:graphicFrameChg chg="add mod modGraphic">
          <ac:chgData name="Redmond, Michael A" userId="6b2689ca-cbb8-4f35-85b9-c472fe3ea77d" providerId="ADAL" clId="{6B9340BF-27A4-4664-BFE1-A20A01A07C8B}" dt="2025-10-28T18:05:32.567" v="394" actId="207"/>
          <ac:graphicFrameMkLst>
            <pc:docMk/>
            <pc:sldMk cId="441323092" sldId="556"/>
            <ac:graphicFrameMk id="5" creationId="{558A7DA8-5262-9423-2FFE-878F1FC0A20B}"/>
          </ac:graphicFrameMkLst>
        </pc:graphicFrameChg>
      </pc:sldChg>
      <pc:sldChg chg="addSp delSp modSp new mod">
        <pc:chgData name="Redmond, Michael A" userId="6b2689ca-cbb8-4f35-85b9-c472fe3ea77d" providerId="ADAL" clId="{6B9340BF-27A4-4664-BFE1-A20A01A07C8B}" dt="2025-10-27T17:16:29.299" v="390" actId="962"/>
        <pc:sldMkLst>
          <pc:docMk/>
          <pc:sldMk cId="2952786789" sldId="557"/>
        </pc:sldMkLst>
        <pc:spChg chg="mod">
          <ac:chgData name="Redmond, Michael A" userId="6b2689ca-cbb8-4f35-85b9-c472fe3ea77d" providerId="ADAL" clId="{6B9340BF-27A4-4664-BFE1-A20A01A07C8B}" dt="2025-10-20T18:59:49.705" v="203" actId="20577"/>
          <ac:spMkLst>
            <pc:docMk/>
            <pc:sldMk cId="2952786789" sldId="557"/>
            <ac:spMk id="2" creationId="{10C26A15-C9B1-FA02-574D-D2B67583B0AB}"/>
          </ac:spMkLst>
        </pc:spChg>
        <pc:spChg chg="add del mod">
          <ac:chgData name="Redmond, Michael A" userId="6b2689ca-cbb8-4f35-85b9-c472fe3ea77d" providerId="ADAL" clId="{6B9340BF-27A4-4664-BFE1-A20A01A07C8B}" dt="2025-10-20T19:00:48.694" v="291" actId="20577"/>
          <ac:spMkLst>
            <pc:docMk/>
            <pc:sldMk cId="2952786789" sldId="557"/>
            <ac:spMk id="3" creationId="{B5495186-2881-0A33-9452-DD9768CDC338}"/>
          </ac:spMkLst>
        </pc:spChg>
        <pc:picChg chg="add mod">
          <ac:chgData name="Redmond, Michael A" userId="6b2689ca-cbb8-4f35-85b9-c472fe3ea77d" providerId="ADAL" clId="{6B9340BF-27A4-4664-BFE1-A20A01A07C8B}" dt="2025-10-27T17:16:29.299" v="390" actId="962"/>
          <ac:picMkLst>
            <pc:docMk/>
            <pc:sldMk cId="2952786789" sldId="557"/>
            <ac:picMk id="4" creationId="{8B17D9D5-8100-1479-451D-C21AEFBA6B58}"/>
          </ac:picMkLst>
        </pc:picChg>
      </pc:sldChg>
      <pc:sldChg chg="add del">
        <pc:chgData name="Redmond, Michael A" userId="6b2689ca-cbb8-4f35-85b9-c472fe3ea77d" providerId="ADAL" clId="{6B9340BF-27A4-4664-BFE1-A20A01A07C8B}" dt="2025-10-20T18:59:57.803" v="207"/>
        <pc:sldMkLst>
          <pc:docMk/>
          <pc:sldMk cId="83482997" sldId="558"/>
        </pc:sldMkLst>
      </pc:sldChg>
      <pc:sldChg chg="addSp delSp modSp add mod">
        <pc:chgData name="Redmond, Michael A" userId="6b2689ca-cbb8-4f35-85b9-c472fe3ea77d" providerId="ADAL" clId="{6B9340BF-27A4-4664-BFE1-A20A01A07C8B}" dt="2025-10-27T17:15:35.542" v="362" actId="962"/>
        <pc:sldMkLst>
          <pc:docMk/>
          <pc:sldMk cId="3594695735" sldId="558"/>
        </pc:sldMkLst>
        <pc:spChg chg="mod">
          <ac:chgData name="Redmond, Michael A" userId="6b2689ca-cbb8-4f35-85b9-c472fe3ea77d" providerId="ADAL" clId="{6B9340BF-27A4-4664-BFE1-A20A01A07C8B}" dt="2025-10-20T19:02:05.567" v="299" actId="1076"/>
          <ac:spMkLst>
            <pc:docMk/>
            <pc:sldMk cId="3594695735" sldId="558"/>
            <ac:spMk id="2" creationId="{1B2E044E-9565-3C7A-FE66-88C713990121}"/>
          </ac:spMkLst>
        </pc:spChg>
        <pc:spChg chg="add mod">
          <ac:chgData name="Redmond, Michael A" userId="6b2689ca-cbb8-4f35-85b9-c472fe3ea77d" providerId="ADAL" clId="{6B9340BF-27A4-4664-BFE1-A20A01A07C8B}" dt="2025-10-20T19:02:36.823" v="307" actId="1076"/>
          <ac:spMkLst>
            <pc:docMk/>
            <pc:sldMk cId="3594695735" sldId="558"/>
            <ac:spMk id="5" creationId="{496B3E0B-A23A-B032-6E0E-125B95139E59}"/>
          </ac:spMkLst>
        </pc:spChg>
        <pc:spChg chg="add mod">
          <ac:chgData name="Redmond, Michael A" userId="6b2689ca-cbb8-4f35-85b9-c472fe3ea77d" providerId="ADAL" clId="{6B9340BF-27A4-4664-BFE1-A20A01A07C8B}" dt="2025-10-20T19:02:36.823" v="307" actId="1076"/>
          <ac:spMkLst>
            <pc:docMk/>
            <pc:sldMk cId="3594695735" sldId="558"/>
            <ac:spMk id="6" creationId="{5A78B834-2982-66E5-C86B-5077B75C6FAB}"/>
          </ac:spMkLst>
        </pc:spChg>
        <pc:spChg chg="add mod">
          <ac:chgData name="Redmond, Michael A" userId="6b2689ca-cbb8-4f35-85b9-c472fe3ea77d" providerId="ADAL" clId="{6B9340BF-27A4-4664-BFE1-A20A01A07C8B}" dt="2025-10-20T19:02:36.823" v="307" actId="1076"/>
          <ac:spMkLst>
            <pc:docMk/>
            <pc:sldMk cId="3594695735" sldId="558"/>
            <ac:spMk id="9" creationId="{3BCC77A0-E4A2-D05D-0CA3-B21A8424F834}"/>
          </ac:spMkLst>
        </pc:spChg>
        <pc:spChg chg="add mod">
          <ac:chgData name="Redmond, Michael A" userId="6b2689ca-cbb8-4f35-85b9-c472fe3ea77d" providerId="ADAL" clId="{6B9340BF-27A4-4664-BFE1-A20A01A07C8B}" dt="2025-10-20T19:02:36.823" v="307" actId="1076"/>
          <ac:spMkLst>
            <pc:docMk/>
            <pc:sldMk cId="3594695735" sldId="558"/>
            <ac:spMk id="10" creationId="{5F21B24C-5B86-73C0-A151-C658B675BD05}"/>
          </ac:spMkLst>
        </pc:spChg>
        <pc:spChg chg="add mod">
          <ac:chgData name="Redmond, Michael A" userId="6b2689ca-cbb8-4f35-85b9-c472fe3ea77d" providerId="ADAL" clId="{6B9340BF-27A4-4664-BFE1-A20A01A07C8B}" dt="2025-10-20T19:02:36.823" v="307" actId="1076"/>
          <ac:spMkLst>
            <pc:docMk/>
            <pc:sldMk cId="3594695735" sldId="558"/>
            <ac:spMk id="14" creationId="{6795FC5E-04F5-1454-3B44-AE1C5D48612C}"/>
          </ac:spMkLst>
        </pc:spChg>
        <pc:spChg chg="add mod">
          <ac:chgData name="Redmond, Michael A" userId="6b2689ca-cbb8-4f35-85b9-c472fe3ea77d" providerId="ADAL" clId="{6B9340BF-27A4-4664-BFE1-A20A01A07C8B}" dt="2025-10-20T19:02:36.823" v="307" actId="1076"/>
          <ac:spMkLst>
            <pc:docMk/>
            <pc:sldMk cId="3594695735" sldId="558"/>
            <ac:spMk id="15" creationId="{822F80BB-2C6A-AB76-8675-4977C07A01D7}"/>
          </ac:spMkLst>
        </pc:spChg>
        <pc:spChg chg="add mod">
          <ac:chgData name="Redmond, Michael A" userId="6b2689ca-cbb8-4f35-85b9-c472fe3ea77d" providerId="ADAL" clId="{6B9340BF-27A4-4664-BFE1-A20A01A07C8B}" dt="2025-10-20T19:02:36.823" v="307" actId="1076"/>
          <ac:spMkLst>
            <pc:docMk/>
            <pc:sldMk cId="3594695735" sldId="558"/>
            <ac:spMk id="16" creationId="{5D661FBF-CB77-1346-48A2-7D08A76A384F}"/>
          </ac:spMkLst>
        </pc:spChg>
        <pc:spChg chg="add mod">
          <ac:chgData name="Redmond, Michael A" userId="6b2689ca-cbb8-4f35-85b9-c472fe3ea77d" providerId="ADAL" clId="{6B9340BF-27A4-4664-BFE1-A20A01A07C8B}" dt="2025-10-20T19:02:36.823" v="307" actId="1076"/>
          <ac:spMkLst>
            <pc:docMk/>
            <pc:sldMk cId="3594695735" sldId="558"/>
            <ac:spMk id="18" creationId="{5266187D-BBAD-E372-EDD0-C2549EB866D0}"/>
          </ac:spMkLst>
        </pc:spChg>
        <pc:spChg chg="add mod">
          <ac:chgData name="Redmond, Michael A" userId="6b2689ca-cbb8-4f35-85b9-c472fe3ea77d" providerId="ADAL" clId="{6B9340BF-27A4-4664-BFE1-A20A01A07C8B}" dt="2025-10-20T19:02:36.823" v="307" actId="1076"/>
          <ac:spMkLst>
            <pc:docMk/>
            <pc:sldMk cId="3594695735" sldId="558"/>
            <ac:spMk id="22" creationId="{23FAAC12-5058-2D6A-40F0-4216247BD576}"/>
          </ac:spMkLst>
        </pc:spChg>
        <pc:spChg chg="add mod">
          <ac:chgData name="Redmond, Michael A" userId="6b2689ca-cbb8-4f35-85b9-c472fe3ea77d" providerId="ADAL" clId="{6B9340BF-27A4-4664-BFE1-A20A01A07C8B}" dt="2025-10-20T19:02:36.823" v="307" actId="1076"/>
          <ac:spMkLst>
            <pc:docMk/>
            <pc:sldMk cId="3594695735" sldId="558"/>
            <ac:spMk id="25" creationId="{8C5371A3-E1FD-894A-276C-9375E6CAFFB3}"/>
          </ac:spMkLst>
        </pc:spChg>
        <pc:cxnChg chg="mod">
          <ac:chgData name="Redmond, Michael A" userId="6b2689ca-cbb8-4f35-85b9-c472fe3ea77d" providerId="ADAL" clId="{6B9340BF-27A4-4664-BFE1-A20A01A07C8B}" dt="2025-10-27T17:15:35.465" v="353" actId="962"/>
          <ac:cxnSpMkLst>
            <pc:docMk/>
            <pc:sldMk cId="3594695735" sldId="558"/>
            <ac:cxnSpMk id="7" creationId="{F4661C5C-994C-7ACA-1EA1-F93FFA447D6F}"/>
          </ac:cxnSpMkLst>
        </pc:cxnChg>
        <pc:cxnChg chg="mod">
          <ac:chgData name="Redmond, Michael A" userId="6b2689ca-cbb8-4f35-85b9-c472fe3ea77d" providerId="ADAL" clId="{6B9340BF-27A4-4664-BFE1-A20A01A07C8B}" dt="2025-10-27T17:15:35.481" v="354" actId="962"/>
          <ac:cxnSpMkLst>
            <pc:docMk/>
            <pc:sldMk cId="3594695735" sldId="558"/>
            <ac:cxnSpMk id="8" creationId="{9AD3538D-F7AC-E5B5-CE3C-A5A4189A0722}"/>
          </ac:cxnSpMkLst>
        </pc:cxnChg>
        <pc:cxnChg chg="mod">
          <ac:chgData name="Redmond, Michael A" userId="6b2689ca-cbb8-4f35-85b9-c472fe3ea77d" providerId="ADAL" clId="{6B9340BF-27A4-4664-BFE1-A20A01A07C8B}" dt="2025-10-27T17:15:35.490" v="355" actId="962"/>
          <ac:cxnSpMkLst>
            <pc:docMk/>
            <pc:sldMk cId="3594695735" sldId="558"/>
            <ac:cxnSpMk id="11" creationId="{76430683-FC4F-31BF-749C-E07FAAD3D603}"/>
          </ac:cxnSpMkLst>
        </pc:cxnChg>
        <pc:cxnChg chg="mod">
          <ac:chgData name="Redmond, Michael A" userId="6b2689ca-cbb8-4f35-85b9-c472fe3ea77d" providerId="ADAL" clId="{6B9340BF-27A4-4664-BFE1-A20A01A07C8B}" dt="2025-10-27T17:15:35.497" v="356" actId="962"/>
          <ac:cxnSpMkLst>
            <pc:docMk/>
            <pc:sldMk cId="3594695735" sldId="558"/>
            <ac:cxnSpMk id="12" creationId="{BD5C8363-C0E9-E6D0-EDC3-549B5290FDB1}"/>
          </ac:cxnSpMkLst>
        </pc:cxnChg>
        <pc:cxnChg chg="mod">
          <ac:chgData name="Redmond, Michael A" userId="6b2689ca-cbb8-4f35-85b9-c472fe3ea77d" providerId="ADAL" clId="{6B9340BF-27A4-4664-BFE1-A20A01A07C8B}" dt="2025-10-27T17:15:35.497" v="357" actId="962"/>
          <ac:cxnSpMkLst>
            <pc:docMk/>
            <pc:sldMk cId="3594695735" sldId="558"/>
            <ac:cxnSpMk id="13" creationId="{50039B25-84EB-04F2-C3CC-4BA845909D0A}"/>
          </ac:cxnSpMkLst>
        </pc:cxnChg>
        <pc:cxnChg chg="mod">
          <ac:chgData name="Redmond, Michael A" userId="6b2689ca-cbb8-4f35-85b9-c472fe3ea77d" providerId="ADAL" clId="{6B9340BF-27A4-4664-BFE1-A20A01A07C8B}" dt="2025-10-27T17:15:35.519" v="358" actId="962"/>
          <ac:cxnSpMkLst>
            <pc:docMk/>
            <pc:sldMk cId="3594695735" sldId="558"/>
            <ac:cxnSpMk id="17" creationId="{F0A9AF2B-4361-6753-EF72-CBD6423E0496}"/>
          </ac:cxnSpMkLst>
        </pc:cxnChg>
        <pc:cxnChg chg="mod">
          <ac:chgData name="Redmond, Michael A" userId="6b2689ca-cbb8-4f35-85b9-c472fe3ea77d" providerId="ADAL" clId="{6B9340BF-27A4-4664-BFE1-A20A01A07C8B}" dt="2025-10-27T17:15:35.527" v="359" actId="962"/>
          <ac:cxnSpMkLst>
            <pc:docMk/>
            <pc:sldMk cId="3594695735" sldId="558"/>
            <ac:cxnSpMk id="19" creationId="{34D338ED-D54E-6F2C-1795-CCC81B5E43BE}"/>
          </ac:cxnSpMkLst>
        </pc:cxnChg>
        <pc:cxnChg chg="mod">
          <ac:chgData name="Redmond, Michael A" userId="6b2689ca-cbb8-4f35-85b9-c472fe3ea77d" providerId="ADAL" clId="{6B9340BF-27A4-4664-BFE1-A20A01A07C8B}" dt="2025-10-27T17:15:35.527" v="360" actId="962"/>
          <ac:cxnSpMkLst>
            <pc:docMk/>
            <pc:sldMk cId="3594695735" sldId="558"/>
            <ac:cxnSpMk id="20" creationId="{9ECC7B0A-42A1-1C13-F085-4B50893A8D69}"/>
          </ac:cxnSpMkLst>
        </pc:cxnChg>
        <pc:cxnChg chg="mod">
          <ac:chgData name="Redmond, Michael A" userId="6b2689ca-cbb8-4f35-85b9-c472fe3ea77d" providerId="ADAL" clId="{6B9340BF-27A4-4664-BFE1-A20A01A07C8B}" dt="2025-10-27T17:15:35.542" v="361" actId="962"/>
          <ac:cxnSpMkLst>
            <pc:docMk/>
            <pc:sldMk cId="3594695735" sldId="558"/>
            <ac:cxnSpMk id="21" creationId="{239D6E88-66A3-F59C-7134-F754C11A6707}"/>
          </ac:cxnSpMkLst>
        </pc:cxnChg>
        <pc:cxnChg chg="mod">
          <ac:chgData name="Redmond, Michael A" userId="6b2689ca-cbb8-4f35-85b9-c472fe3ea77d" providerId="ADAL" clId="{6B9340BF-27A4-4664-BFE1-A20A01A07C8B}" dt="2025-10-27T17:15:35.542" v="362" actId="962"/>
          <ac:cxnSpMkLst>
            <pc:docMk/>
            <pc:sldMk cId="3594695735" sldId="558"/>
            <ac:cxnSpMk id="23" creationId="{DA9B456D-58EB-59EA-B738-DEC7E0064141}"/>
          </ac:cxnSpMkLst>
        </pc:cxnChg>
      </pc:sldChg>
      <pc:sldChg chg="modSp add mod">
        <pc:chgData name="Redmond, Michael A" userId="6b2689ca-cbb8-4f35-85b9-c472fe3ea77d" providerId="ADAL" clId="{6B9340BF-27A4-4664-BFE1-A20A01A07C8B}" dt="2025-10-27T17:16:44.314" v="392" actId="962"/>
        <pc:sldMkLst>
          <pc:docMk/>
          <pc:sldMk cId="3224176454" sldId="559"/>
        </pc:sldMkLst>
        <pc:picChg chg="mod">
          <ac:chgData name="Redmond, Michael A" userId="6b2689ca-cbb8-4f35-85b9-c472fe3ea77d" providerId="ADAL" clId="{6B9340BF-27A4-4664-BFE1-A20A01A07C8B}" dt="2025-10-27T17:16:44.314" v="392" actId="962"/>
          <ac:picMkLst>
            <pc:docMk/>
            <pc:sldMk cId="3224176454" sldId="559"/>
            <ac:picMk id="4" creationId="{E34933EC-DA50-9722-1192-DAC8E1CA02F7}"/>
          </ac:picMkLst>
        </pc:picChg>
      </pc:sldChg>
      <pc:sldChg chg="modSp new mod">
        <pc:chgData name="Redmond, Michael A" userId="6b2689ca-cbb8-4f35-85b9-c472fe3ea77d" providerId="ADAL" clId="{6B9340BF-27A4-4664-BFE1-A20A01A07C8B}" dt="2025-10-20T19:03:24.823" v="333" actId="27636"/>
        <pc:sldMkLst>
          <pc:docMk/>
          <pc:sldMk cId="3474643807" sldId="560"/>
        </pc:sldMkLst>
        <pc:spChg chg="mod">
          <ac:chgData name="Redmond, Michael A" userId="6b2689ca-cbb8-4f35-85b9-c472fe3ea77d" providerId="ADAL" clId="{6B9340BF-27A4-4664-BFE1-A20A01A07C8B}" dt="2025-10-20T19:03:22.123" v="331" actId="20577"/>
          <ac:spMkLst>
            <pc:docMk/>
            <pc:sldMk cId="3474643807" sldId="560"/>
            <ac:spMk id="2" creationId="{8CA6F1EF-755F-080A-AD4F-B9A268DA8CFF}"/>
          </ac:spMkLst>
        </pc:spChg>
        <pc:spChg chg="mod">
          <ac:chgData name="Redmond, Michael A" userId="6b2689ca-cbb8-4f35-85b9-c472fe3ea77d" providerId="ADAL" clId="{6B9340BF-27A4-4664-BFE1-A20A01A07C8B}" dt="2025-10-20T19:03:24.823" v="333" actId="27636"/>
          <ac:spMkLst>
            <pc:docMk/>
            <pc:sldMk cId="3474643807" sldId="560"/>
            <ac:spMk id="3" creationId="{460248F6-376C-DFA8-22D6-4F967F48B6E4}"/>
          </ac:spMkLst>
        </pc:spChg>
      </pc:sldChg>
      <pc:sldChg chg="modSp add mod">
        <pc:chgData name="Redmond, Michael A" userId="6b2689ca-cbb8-4f35-85b9-c472fe3ea77d" providerId="ADAL" clId="{6B9340BF-27A4-4664-BFE1-A20A01A07C8B}" dt="2025-10-27T17:15:06.815" v="349" actId="20577"/>
        <pc:sldMkLst>
          <pc:docMk/>
          <pc:sldMk cId="2133126571" sldId="561"/>
        </pc:sldMkLst>
        <pc:spChg chg="mod">
          <ac:chgData name="Redmond, Michael A" userId="6b2689ca-cbb8-4f35-85b9-c472fe3ea77d" providerId="ADAL" clId="{6B9340BF-27A4-4664-BFE1-A20A01A07C8B}" dt="2025-10-27T17:15:06.815" v="349" actId="20577"/>
          <ac:spMkLst>
            <pc:docMk/>
            <pc:sldMk cId="2133126571" sldId="561"/>
            <ac:spMk id="3" creationId="{5FC83071-5021-9627-9A4D-C2E42DF869D2}"/>
          </ac:spMkLst>
        </pc:spChg>
      </pc:sldChg>
      <pc:sldChg chg="addSp delSp modSp add mod">
        <pc:chgData name="Redmond, Michael A" userId="6b2689ca-cbb8-4f35-85b9-c472fe3ea77d" providerId="ADAL" clId="{6B9340BF-27A4-4664-BFE1-A20A01A07C8B}" dt="2025-10-27T17:15:35.658" v="373" actId="962"/>
        <pc:sldMkLst>
          <pc:docMk/>
          <pc:sldMk cId="381495041" sldId="562"/>
        </pc:sldMkLst>
        <pc:spChg chg="add mod">
          <ac:chgData name="Redmond, Michael A" userId="6b2689ca-cbb8-4f35-85b9-c472fe3ea77d" providerId="ADAL" clId="{6B9340BF-27A4-4664-BFE1-A20A01A07C8B}" dt="2025-10-20T19:04:40.268" v="339" actId="1076"/>
          <ac:spMkLst>
            <pc:docMk/>
            <pc:sldMk cId="381495041" sldId="562"/>
            <ac:spMk id="3" creationId="{FB97CDED-8BE9-9BCF-1355-6D86A14AF892}"/>
          </ac:spMkLst>
        </pc:spChg>
        <pc:spChg chg="add mod">
          <ac:chgData name="Redmond, Michael A" userId="6b2689ca-cbb8-4f35-85b9-c472fe3ea77d" providerId="ADAL" clId="{6B9340BF-27A4-4664-BFE1-A20A01A07C8B}" dt="2025-10-20T19:04:40.268" v="339" actId="1076"/>
          <ac:spMkLst>
            <pc:docMk/>
            <pc:sldMk cId="381495041" sldId="562"/>
            <ac:spMk id="4" creationId="{17253043-1703-594E-13B9-AB8A4453CAD6}"/>
          </ac:spMkLst>
        </pc:spChg>
        <pc:spChg chg="add mod">
          <ac:chgData name="Redmond, Michael A" userId="6b2689ca-cbb8-4f35-85b9-c472fe3ea77d" providerId="ADAL" clId="{6B9340BF-27A4-4664-BFE1-A20A01A07C8B}" dt="2025-10-20T19:04:40.268" v="339" actId="1076"/>
          <ac:spMkLst>
            <pc:docMk/>
            <pc:sldMk cId="381495041" sldId="562"/>
            <ac:spMk id="28" creationId="{9A2D45C4-328B-9F3D-A1D2-4438F651F1E5}"/>
          </ac:spMkLst>
        </pc:spChg>
        <pc:spChg chg="add mod">
          <ac:chgData name="Redmond, Michael A" userId="6b2689ca-cbb8-4f35-85b9-c472fe3ea77d" providerId="ADAL" clId="{6B9340BF-27A4-4664-BFE1-A20A01A07C8B}" dt="2025-10-20T19:04:40.268" v="339" actId="1076"/>
          <ac:spMkLst>
            <pc:docMk/>
            <pc:sldMk cId="381495041" sldId="562"/>
            <ac:spMk id="29" creationId="{82055677-F9A2-7F93-4B7B-0628A4F00509}"/>
          </ac:spMkLst>
        </pc:spChg>
        <pc:spChg chg="add mod">
          <ac:chgData name="Redmond, Michael A" userId="6b2689ca-cbb8-4f35-85b9-c472fe3ea77d" providerId="ADAL" clId="{6B9340BF-27A4-4664-BFE1-A20A01A07C8B}" dt="2025-10-20T19:04:40.268" v="339" actId="1076"/>
          <ac:spMkLst>
            <pc:docMk/>
            <pc:sldMk cId="381495041" sldId="562"/>
            <ac:spMk id="33" creationId="{9AD03537-BE80-7D36-B9C6-2A65FE24E5AD}"/>
          </ac:spMkLst>
        </pc:spChg>
        <pc:spChg chg="add mod">
          <ac:chgData name="Redmond, Michael A" userId="6b2689ca-cbb8-4f35-85b9-c472fe3ea77d" providerId="ADAL" clId="{6B9340BF-27A4-4664-BFE1-A20A01A07C8B}" dt="2025-10-20T19:04:40.268" v="339" actId="1076"/>
          <ac:spMkLst>
            <pc:docMk/>
            <pc:sldMk cId="381495041" sldId="562"/>
            <ac:spMk id="34" creationId="{32E865F3-983C-4C5F-3E70-15BD75DB11EE}"/>
          </ac:spMkLst>
        </pc:spChg>
        <pc:spChg chg="add mod">
          <ac:chgData name="Redmond, Michael A" userId="6b2689ca-cbb8-4f35-85b9-c472fe3ea77d" providerId="ADAL" clId="{6B9340BF-27A4-4664-BFE1-A20A01A07C8B}" dt="2025-10-20T19:04:40.268" v="339" actId="1076"/>
          <ac:spMkLst>
            <pc:docMk/>
            <pc:sldMk cId="381495041" sldId="562"/>
            <ac:spMk id="35" creationId="{A01C97EA-E314-26E4-C89A-BA44CD87C0F1}"/>
          </ac:spMkLst>
        </pc:spChg>
        <pc:spChg chg="add mod">
          <ac:chgData name="Redmond, Michael A" userId="6b2689ca-cbb8-4f35-85b9-c472fe3ea77d" providerId="ADAL" clId="{6B9340BF-27A4-4664-BFE1-A20A01A07C8B}" dt="2025-10-20T19:04:40.268" v="339" actId="1076"/>
          <ac:spMkLst>
            <pc:docMk/>
            <pc:sldMk cId="381495041" sldId="562"/>
            <ac:spMk id="37" creationId="{8EB618BE-E1BC-A7CC-D8DF-98C0C2F48897}"/>
          </ac:spMkLst>
        </pc:spChg>
        <pc:spChg chg="add mod">
          <ac:chgData name="Redmond, Michael A" userId="6b2689ca-cbb8-4f35-85b9-c472fe3ea77d" providerId="ADAL" clId="{6B9340BF-27A4-4664-BFE1-A20A01A07C8B}" dt="2025-10-20T19:04:40.268" v="339" actId="1076"/>
          <ac:spMkLst>
            <pc:docMk/>
            <pc:sldMk cId="381495041" sldId="562"/>
            <ac:spMk id="41" creationId="{C586875B-4DD0-F21C-B3CD-D7B3285F23A3}"/>
          </ac:spMkLst>
        </pc:spChg>
        <pc:spChg chg="add mod">
          <ac:chgData name="Redmond, Michael A" userId="6b2689ca-cbb8-4f35-85b9-c472fe3ea77d" providerId="ADAL" clId="{6B9340BF-27A4-4664-BFE1-A20A01A07C8B}" dt="2025-10-20T19:04:40.268" v="339" actId="1076"/>
          <ac:spMkLst>
            <pc:docMk/>
            <pc:sldMk cId="381495041" sldId="562"/>
            <ac:spMk id="43" creationId="{41DBC997-C398-7588-71AF-A4441B03EF9C}"/>
          </ac:spMkLst>
        </pc:spChg>
        <pc:cxnChg chg="mod">
          <ac:chgData name="Redmond, Michael A" userId="6b2689ca-cbb8-4f35-85b9-c472fe3ea77d" providerId="ADAL" clId="{6B9340BF-27A4-4664-BFE1-A20A01A07C8B}" dt="2025-10-27T17:15:35.573" v="363" actId="962"/>
          <ac:cxnSpMkLst>
            <pc:docMk/>
            <pc:sldMk cId="381495041" sldId="562"/>
            <ac:cxnSpMk id="26" creationId="{A98854F9-B8C2-200A-0169-08BA7D15516E}"/>
          </ac:cxnSpMkLst>
        </pc:cxnChg>
        <pc:cxnChg chg="mod">
          <ac:chgData name="Redmond, Michael A" userId="6b2689ca-cbb8-4f35-85b9-c472fe3ea77d" providerId="ADAL" clId="{6B9340BF-27A4-4664-BFE1-A20A01A07C8B}" dt="2025-10-27T17:15:35.581" v="364" actId="962"/>
          <ac:cxnSpMkLst>
            <pc:docMk/>
            <pc:sldMk cId="381495041" sldId="562"/>
            <ac:cxnSpMk id="27" creationId="{F5E8A000-B8AA-24BB-BE10-3DEA09EE0013}"/>
          </ac:cxnSpMkLst>
        </pc:cxnChg>
        <pc:cxnChg chg="mod">
          <ac:chgData name="Redmond, Michael A" userId="6b2689ca-cbb8-4f35-85b9-c472fe3ea77d" providerId="ADAL" clId="{6B9340BF-27A4-4664-BFE1-A20A01A07C8B}" dt="2025-10-27T17:15:35.589" v="365" actId="962"/>
          <ac:cxnSpMkLst>
            <pc:docMk/>
            <pc:sldMk cId="381495041" sldId="562"/>
            <ac:cxnSpMk id="30" creationId="{A6460CB9-E4BC-4D19-FBBC-03C1520C3057}"/>
          </ac:cxnSpMkLst>
        </pc:cxnChg>
        <pc:cxnChg chg="mod">
          <ac:chgData name="Redmond, Michael A" userId="6b2689ca-cbb8-4f35-85b9-c472fe3ea77d" providerId="ADAL" clId="{6B9340BF-27A4-4664-BFE1-A20A01A07C8B}" dt="2025-10-27T17:15:35.590" v="366" actId="962"/>
          <ac:cxnSpMkLst>
            <pc:docMk/>
            <pc:sldMk cId="381495041" sldId="562"/>
            <ac:cxnSpMk id="31" creationId="{56AD89F5-2E88-E3AD-6F87-950241F08CE6}"/>
          </ac:cxnSpMkLst>
        </pc:cxnChg>
        <pc:cxnChg chg="mod">
          <ac:chgData name="Redmond, Michael A" userId="6b2689ca-cbb8-4f35-85b9-c472fe3ea77d" providerId="ADAL" clId="{6B9340BF-27A4-4664-BFE1-A20A01A07C8B}" dt="2025-10-27T17:15:35.606" v="367" actId="962"/>
          <ac:cxnSpMkLst>
            <pc:docMk/>
            <pc:sldMk cId="381495041" sldId="562"/>
            <ac:cxnSpMk id="32" creationId="{50EC226C-BE0C-3443-B7D5-B346A92E3E4D}"/>
          </ac:cxnSpMkLst>
        </pc:cxnChg>
        <pc:cxnChg chg="mod">
          <ac:chgData name="Redmond, Michael A" userId="6b2689ca-cbb8-4f35-85b9-c472fe3ea77d" providerId="ADAL" clId="{6B9340BF-27A4-4664-BFE1-A20A01A07C8B}" dt="2025-10-27T17:15:35.608" v="368" actId="962"/>
          <ac:cxnSpMkLst>
            <pc:docMk/>
            <pc:sldMk cId="381495041" sldId="562"/>
            <ac:cxnSpMk id="36" creationId="{20C7ED0D-FE65-16D6-3457-699A7A86D8C3}"/>
          </ac:cxnSpMkLst>
        </pc:cxnChg>
        <pc:cxnChg chg="mod">
          <ac:chgData name="Redmond, Michael A" userId="6b2689ca-cbb8-4f35-85b9-c472fe3ea77d" providerId="ADAL" clId="{6B9340BF-27A4-4664-BFE1-A20A01A07C8B}" dt="2025-10-27T17:15:35.622" v="369" actId="962"/>
          <ac:cxnSpMkLst>
            <pc:docMk/>
            <pc:sldMk cId="381495041" sldId="562"/>
            <ac:cxnSpMk id="38" creationId="{933A380F-6214-F746-C0D5-D9EC4F5D2077}"/>
          </ac:cxnSpMkLst>
        </pc:cxnChg>
        <pc:cxnChg chg="mod">
          <ac:chgData name="Redmond, Michael A" userId="6b2689ca-cbb8-4f35-85b9-c472fe3ea77d" providerId="ADAL" clId="{6B9340BF-27A4-4664-BFE1-A20A01A07C8B}" dt="2025-10-27T17:15:35.622" v="370" actId="962"/>
          <ac:cxnSpMkLst>
            <pc:docMk/>
            <pc:sldMk cId="381495041" sldId="562"/>
            <ac:cxnSpMk id="39" creationId="{B7195550-A91E-C602-169B-770359829FCB}"/>
          </ac:cxnSpMkLst>
        </pc:cxnChg>
        <pc:cxnChg chg="mod">
          <ac:chgData name="Redmond, Michael A" userId="6b2689ca-cbb8-4f35-85b9-c472fe3ea77d" providerId="ADAL" clId="{6B9340BF-27A4-4664-BFE1-A20A01A07C8B}" dt="2025-10-27T17:15:35.638" v="371" actId="962"/>
          <ac:cxnSpMkLst>
            <pc:docMk/>
            <pc:sldMk cId="381495041" sldId="562"/>
            <ac:cxnSpMk id="40" creationId="{20B4C890-A7C3-3D7F-A49B-672364F2FF41}"/>
          </ac:cxnSpMkLst>
        </pc:cxnChg>
        <pc:cxnChg chg="mod">
          <ac:chgData name="Redmond, Michael A" userId="6b2689ca-cbb8-4f35-85b9-c472fe3ea77d" providerId="ADAL" clId="{6B9340BF-27A4-4664-BFE1-A20A01A07C8B}" dt="2025-10-27T17:15:35.638" v="372" actId="962"/>
          <ac:cxnSpMkLst>
            <pc:docMk/>
            <pc:sldMk cId="381495041" sldId="562"/>
            <ac:cxnSpMk id="42" creationId="{2B6E7EC7-D931-F819-1CE0-24D9A31A643D}"/>
          </ac:cxnSpMkLst>
        </pc:cxnChg>
        <pc:cxnChg chg="mod">
          <ac:chgData name="Redmond, Michael A" userId="6b2689ca-cbb8-4f35-85b9-c472fe3ea77d" providerId="ADAL" clId="{6B9340BF-27A4-4664-BFE1-A20A01A07C8B}" dt="2025-10-27T17:15:35.658" v="373" actId="962"/>
          <ac:cxnSpMkLst>
            <pc:docMk/>
            <pc:sldMk cId="381495041" sldId="562"/>
            <ac:cxnSpMk id="45" creationId="{E423834E-3B85-9A08-EA33-BC6686F61E49}"/>
          </ac:cxnSpMkLst>
        </pc:cxnChg>
      </pc:sldChg>
      <pc:sldChg chg="modSp add mod">
        <pc:chgData name="Redmond, Michael A" userId="6b2689ca-cbb8-4f35-85b9-c472fe3ea77d" providerId="ADAL" clId="{6B9340BF-27A4-4664-BFE1-A20A01A07C8B}" dt="2025-10-27T17:15:14.148" v="352" actId="20577"/>
        <pc:sldMkLst>
          <pc:docMk/>
          <pc:sldMk cId="2520614853" sldId="563"/>
        </pc:sldMkLst>
        <pc:spChg chg="mod">
          <ac:chgData name="Redmond, Michael A" userId="6b2689ca-cbb8-4f35-85b9-c472fe3ea77d" providerId="ADAL" clId="{6B9340BF-27A4-4664-BFE1-A20A01A07C8B}" dt="2025-10-27T17:15:14.148" v="352" actId="20577"/>
          <ac:spMkLst>
            <pc:docMk/>
            <pc:sldMk cId="2520614853" sldId="563"/>
            <ac:spMk id="3" creationId="{8E8573B9-5021-1BF4-AEAC-D66979CF0A71}"/>
          </ac:spMkLst>
        </pc:spChg>
      </pc:sldChg>
      <pc:sldChg chg="addSp delSp modSp add mod">
        <pc:chgData name="Redmond, Michael A" userId="6b2689ca-cbb8-4f35-85b9-c472fe3ea77d" providerId="ADAL" clId="{6B9340BF-27A4-4664-BFE1-A20A01A07C8B}" dt="2025-10-27T17:15:35.733" v="383" actId="962"/>
        <pc:sldMkLst>
          <pc:docMk/>
          <pc:sldMk cId="4061788124" sldId="564"/>
        </pc:sldMkLst>
        <pc:spChg chg="add mod">
          <ac:chgData name="Redmond, Michael A" userId="6b2689ca-cbb8-4f35-85b9-c472fe3ea77d" providerId="ADAL" clId="{6B9340BF-27A4-4664-BFE1-A20A01A07C8B}" dt="2025-10-20T19:06:23.123" v="347" actId="1076"/>
          <ac:spMkLst>
            <pc:docMk/>
            <pc:sldMk cId="4061788124" sldId="564"/>
            <ac:spMk id="5" creationId="{0E9E0DA5-B9E8-DECA-3D13-115CDB8D29B0}"/>
          </ac:spMkLst>
        </pc:spChg>
        <pc:spChg chg="add mod">
          <ac:chgData name="Redmond, Michael A" userId="6b2689ca-cbb8-4f35-85b9-c472fe3ea77d" providerId="ADAL" clId="{6B9340BF-27A4-4664-BFE1-A20A01A07C8B}" dt="2025-10-20T19:06:23.123" v="347" actId="1076"/>
          <ac:spMkLst>
            <pc:docMk/>
            <pc:sldMk cId="4061788124" sldId="564"/>
            <ac:spMk id="6" creationId="{E49AD2EF-4BF3-BECF-F1BA-6C819DF30D60}"/>
          </ac:spMkLst>
        </pc:spChg>
        <pc:spChg chg="add mod">
          <ac:chgData name="Redmond, Michael A" userId="6b2689ca-cbb8-4f35-85b9-c472fe3ea77d" providerId="ADAL" clId="{6B9340BF-27A4-4664-BFE1-A20A01A07C8B}" dt="2025-10-20T19:06:23.123" v="347" actId="1076"/>
          <ac:spMkLst>
            <pc:docMk/>
            <pc:sldMk cId="4061788124" sldId="564"/>
            <ac:spMk id="9" creationId="{06D2A76D-0007-15C8-E4CA-E9D464F2C615}"/>
          </ac:spMkLst>
        </pc:spChg>
        <pc:spChg chg="add mod">
          <ac:chgData name="Redmond, Michael A" userId="6b2689ca-cbb8-4f35-85b9-c472fe3ea77d" providerId="ADAL" clId="{6B9340BF-27A4-4664-BFE1-A20A01A07C8B}" dt="2025-10-20T19:06:23.123" v="347" actId="1076"/>
          <ac:spMkLst>
            <pc:docMk/>
            <pc:sldMk cId="4061788124" sldId="564"/>
            <ac:spMk id="10" creationId="{2B769F49-EC14-4E94-CFE2-A1AC0DF3728E}"/>
          </ac:spMkLst>
        </pc:spChg>
        <pc:spChg chg="add mod">
          <ac:chgData name="Redmond, Michael A" userId="6b2689ca-cbb8-4f35-85b9-c472fe3ea77d" providerId="ADAL" clId="{6B9340BF-27A4-4664-BFE1-A20A01A07C8B}" dt="2025-10-20T19:06:23.123" v="347" actId="1076"/>
          <ac:spMkLst>
            <pc:docMk/>
            <pc:sldMk cId="4061788124" sldId="564"/>
            <ac:spMk id="13" creationId="{FA8B24C6-1CF3-A5A7-0EC6-49F5C2A62283}"/>
          </ac:spMkLst>
        </pc:spChg>
        <pc:spChg chg="add mod">
          <ac:chgData name="Redmond, Michael A" userId="6b2689ca-cbb8-4f35-85b9-c472fe3ea77d" providerId="ADAL" clId="{6B9340BF-27A4-4664-BFE1-A20A01A07C8B}" dt="2025-10-20T19:06:23.123" v="347" actId="1076"/>
          <ac:spMkLst>
            <pc:docMk/>
            <pc:sldMk cId="4061788124" sldId="564"/>
            <ac:spMk id="14" creationId="{8508EB17-FCEB-19AD-F5F9-18F43F97B3D6}"/>
          </ac:spMkLst>
        </pc:spChg>
        <pc:spChg chg="add mod">
          <ac:chgData name="Redmond, Michael A" userId="6b2689ca-cbb8-4f35-85b9-c472fe3ea77d" providerId="ADAL" clId="{6B9340BF-27A4-4664-BFE1-A20A01A07C8B}" dt="2025-10-20T19:06:23.123" v="347" actId="1076"/>
          <ac:spMkLst>
            <pc:docMk/>
            <pc:sldMk cId="4061788124" sldId="564"/>
            <ac:spMk id="15" creationId="{77078D0E-82E6-F7E2-916D-8D8B347EF65B}"/>
          </ac:spMkLst>
        </pc:spChg>
        <pc:spChg chg="add mod">
          <ac:chgData name="Redmond, Michael A" userId="6b2689ca-cbb8-4f35-85b9-c472fe3ea77d" providerId="ADAL" clId="{6B9340BF-27A4-4664-BFE1-A20A01A07C8B}" dt="2025-10-20T19:06:23.123" v="347" actId="1076"/>
          <ac:spMkLst>
            <pc:docMk/>
            <pc:sldMk cId="4061788124" sldId="564"/>
            <ac:spMk id="21" creationId="{02AD4BC6-862F-08D0-43F0-042652AD9ACF}"/>
          </ac:spMkLst>
        </pc:spChg>
        <pc:spChg chg="add mod">
          <ac:chgData name="Redmond, Michael A" userId="6b2689ca-cbb8-4f35-85b9-c472fe3ea77d" providerId="ADAL" clId="{6B9340BF-27A4-4664-BFE1-A20A01A07C8B}" dt="2025-10-20T19:06:23.123" v="347" actId="1076"/>
          <ac:spMkLst>
            <pc:docMk/>
            <pc:sldMk cId="4061788124" sldId="564"/>
            <ac:spMk id="23" creationId="{46D2FCEB-E7C5-CDF3-5775-10E94F4F18D8}"/>
          </ac:spMkLst>
        </pc:spChg>
        <pc:spChg chg="add mod">
          <ac:chgData name="Redmond, Michael A" userId="6b2689ca-cbb8-4f35-85b9-c472fe3ea77d" providerId="ADAL" clId="{6B9340BF-27A4-4664-BFE1-A20A01A07C8B}" dt="2025-10-20T19:06:23.123" v="347" actId="1076"/>
          <ac:spMkLst>
            <pc:docMk/>
            <pc:sldMk cId="4061788124" sldId="564"/>
            <ac:spMk id="24" creationId="{F30628E6-5BB0-2EDC-29CA-8D610AEF8FAB}"/>
          </ac:spMkLst>
        </pc:spChg>
        <pc:cxnChg chg="mod">
          <ac:chgData name="Redmond, Michael A" userId="6b2689ca-cbb8-4f35-85b9-c472fe3ea77d" providerId="ADAL" clId="{6B9340BF-27A4-4664-BFE1-A20A01A07C8B}" dt="2025-10-27T17:15:35.669" v="374" actId="962"/>
          <ac:cxnSpMkLst>
            <pc:docMk/>
            <pc:sldMk cId="4061788124" sldId="564"/>
            <ac:cxnSpMk id="7" creationId="{A1DDBCEE-EDF2-D5A4-130A-24199480D510}"/>
          </ac:cxnSpMkLst>
        </pc:cxnChg>
        <pc:cxnChg chg="mod">
          <ac:chgData name="Redmond, Michael A" userId="6b2689ca-cbb8-4f35-85b9-c472fe3ea77d" providerId="ADAL" clId="{6B9340BF-27A4-4664-BFE1-A20A01A07C8B}" dt="2025-10-27T17:15:35.685" v="375" actId="962"/>
          <ac:cxnSpMkLst>
            <pc:docMk/>
            <pc:sldMk cId="4061788124" sldId="564"/>
            <ac:cxnSpMk id="8" creationId="{19D32297-E249-F31B-6425-4E0DE74F7217}"/>
          </ac:cxnSpMkLst>
        </pc:cxnChg>
        <pc:cxnChg chg="mod">
          <ac:chgData name="Redmond, Michael A" userId="6b2689ca-cbb8-4f35-85b9-c472fe3ea77d" providerId="ADAL" clId="{6B9340BF-27A4-4664-BFE1-A20A01A07C8B}" dt="2025-10-27T17:15:35.685" v="376" actId="962"/>
          <ac:cxnSpMkLst>
            <pc:docMk/>
            <pc:sldMk cId="4061788124" sldId="564"/>
            <ac:cxnSpMk id="11" creationId="{04EF6AF5-63F8-0663-8068-0BE760D32AC3}"/>
          </ac:cxnSpMkLst>
        </pc:cxnChg>
        <pc:cxnChg chg="mod">
          <ac:chgData name="Redmond, Michael A" userId="6b2689ca-cbb8-4f35-85b9-c472fe3ea77d" providerId="ADAL" clId="{6B9340BF-27A4-4664-BFE1-A20A01A07C8B}" dt="2025-10-27T17:15:35.685" v="377" actId="962"/>
          <ac:cxnSpMkLst>
            <pc:docMk/>
            <pc:sldMk cId="4061788124" sldId="564"/>
            <ac:cxnSpMk id="12" creationId="{6CE8E3C1-FA6A-25D4-9805-B2D329CC7BE4}"/>
          </ac:cxnSpMkLst>
        </pc:cxnChg>
        <pc:cxnChg chg="mod">
          <ac:chgData name="Redmond, Michael A" userId="6b2689ca-cbb8-4f35-85b9-c472fe3ea77d" providerId="ADAL" clId="{6B9340BF-27A4-4664-BFE1-A20A01A07C8B}" dt="2025-10-27T17:15:35.701" v="378" actId="962"/>
          <ac:cxnSpMkLst>
            <pc:docMk/>
            <pc:sldMk cId="4061788124" sldId="564"/>
            <ac:cxnSpMk id="16" creationId="{07D04499-2FCC-BAF2-F84A-E58DA47AC1BE}"/>
          </ac:cxnSpMkLst>
        </pc:cxnChg>
        <pc:cxnChg chg="mod">
          <ac:chgData name="Redmond, Michael A" userId="6b2689ca-cbb8-4f35-85b9-c472fe3ea77d" providerId="ADAL" clId="{6B9340BF-27A4-4664-BFE1-A20A01A07C8B}" dt="2025-10-27T17:15:35.717" v="379" actId="962"/>
          <ac:cxnSpMkLst>
            <pc:docMk/>
            <pc:sldMk cId="4061788124" sldId="564"/>
            <ac:cxnSpMk id="18" creationId="{36C49033-7093-C2BE-3BBF-439D9EA26C7B}"/>
          </ac:cxnSpMkLst>
        </pc:cxnChg>
        <pc:cxnChg chg="mod">
          <ac:chgData name="Redmond, Michael A" userId="6b2689ca-cbb8-4f35-85b9-c472fe3ea77d" providerId="ADAL" clId="{6B9340BF-27A4-4664-BFE1-A20A01A07C8B}" dt="2025-10-27T17:15:35.724" v="380" actId="962"/>
          <ac:cxnSpMkLst>
            <pc:docMk/>
            <pc:sldMk cId="4061788124" sldId="564"/>
            <ac:cxnSpMk id="19" creationId="{58A88E82-AE70-399B-F369-950DC810C77C}"/>
          </ac:cxnSpMkLst>
        </pc:cxnChg>
        <pc:cxnChg chg="mod">
          <ac:chgData name="Redmond, Michael A" userId="6b2689ca-cbb8-4f35-85b9-c472fe3ea77d" providerId="ADAL" clId="{6B9340BF-27A4-4664-BFE1-A20A01A07C8B}" dt="2025-10-27T17:15:35.733" v="381" actId="962"/>
          <ac:cxnSpMkLst>
            <pc:docMk/>
            <pc:sldMk cId="4061788124" sldId="564"/>
            <ac:cxnSpMk id="20" creationId="{BCE3C1C7-E5A1-1AD3-4A33-7FFBBEBB14F4}"/>
          </ac:cxnSpMkLst>
        </pc:cxnChg>
        <pc:cxnChg chg="mod">
          <ac:chgData name="Redmond, Michael A" userId="6b2689ca-cbb8-4f35-85b9-c472fe3ea77d" providerId="ADAL" clId="{6B9340BF-27A4-4664-BFE1-A20A01A07C8B}" dt="2025-10-27T17:15:35.733" v="382" actId="962"/>
          <ac:cxnSpMkLst>
            <pc:docMk/>
            <pc:sldMk cId="4061788124" sldId="564"/>
            <ac:cxnSpMk id="22" creationId="{5B519693-6EA1-1538-7E9B-3249D24B8518}"/>
          </ac:cxnSpMkLst>
        </pc:cxnChg>
        <pc:cxnChg chg="mod">
          <ac:chgData name="Redmond, Michael A" userId="6b2689ca-cbb8-4f35-85b9-c472fe3ea77d" providerId="ADAL" clId="{6B9340BF-27A4-4664-BFE1-A20A01A07C8B}" dt="2025-10-27T17:15:35.733" v="383" actId="962"/>
          <ac:cxnSpMkLst>
            <pc:docMk/>
            <pc:sldMk cId="4061788124" sldId="564"/>
            <ac:cxnSpMk id="25" creationId="{51DF35F6-1E17-E1B5-CFB3-963B02FA53C2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EA5F0D-C1DC-412F-A146-DDB3A74B588F}" type="datetimeFigureOut">
              <a:rPr lang="en-US"/>
              <a:t>10/28/2025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AE14B8-3CC9-472D-9BC5-A84D80684DE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78275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CDE508-72C8-4AB5-AA9C-1584D31690E0}" type="datetimeFigureOut">
              <a:rPr lang="en-US"/>
              <a:t>10/28/2025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B667E1-E601-4AAF-B95C-B25720D70A60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1136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44424" y="579120"/>
            <a:ext cx="10811256" cy="1517904"/>
          </a:xfrm>
        </p:spPr>
        <p:txBody>
          <a:bodyPr anchor="b"/>
          <a:lstStyle>
            <a:lvl1pPr algn="ctr"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047003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4786604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-1" y="4786604"/>
            <a:ext cx="12188826" cy="2071396"/>
          </a:xfrm>
          <a:prstGeom prst="rect">
            <a:avLst/>
          </a:prstGeom>
          <a:solidFill>
            <a:schemeClr val="accent1">
              <a:alpha val="91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8784" y="5063350"/>
            <a:ext cx="10811256" cy="1517904"/>
          </a:xfrm>
        </p:spPr>
        <p:txBody>
          <a:bodyPr anchor="b"/>
          <a:lstStyle>
            <a:lvl1pPr algn="ctr"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39139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6291072" y="0"/>
            <a:ext cx="5900928" cy="6858000"/>
          </a:xfrm>
          <a:prstGeom prst="rect">
            <a:avLst/>
          </a:prstGeom>
          <a:solidFill>
            <a:schemeClr val="accent1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07264" y="455168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59003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Left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207264" y="455168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Picture Placeholder 2"/>
          <p:cNvSpPr>
            <a:spLocks noGrp="1"/>
          </p:cNvSpPr>
          <p:nvPr>
            <p:ph type="pic" idx="10"/>
          </p:nvPr>
        </p:nvSpPr>
        <p:spPr>
          <a:xfrm>
            <a:off x="6364705" y="0"/>
            <a:ext cx="5827295" cy="6858000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83408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6257544" y="1901952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5900928" cy="6858000"/>
          </a:xfrm>
          <a:prstGeom prst="rect">
            <a:avLst/>
          </a:prstGeom>
          <a:solidFill>
            <a:srgbClr val="FFCD00">
              <a:alpha val="909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013704" y="436506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19757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Right_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6257544" y="1901952"/>
            <a:ext cx="5425440" cy="4608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013704" y="436506"/>
            <a:ext cx="5669280" cy="123342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2"/>
          <p:cNvSpPr>
            <a:spLocks noGrp="1"/>
          </p:cNvSpPr>
          <p:nvPr>
            <p:ph type="pic" idx="1"/>
          </p:nvPr>
        </p:nvSpPr>
        <p:spPr>
          <a:xfrm>
            <a:off x="0" y="3368"/>
            <a:ext cx="5900928" cy="6858000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592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61376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7961376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40688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61376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51104" y="1889760"/>
            <a:ext cx="7961376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52473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63296" y="1901952"/>
            <a:ext cx="7485888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59342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88826" cy="274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36992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63296" y="1901952"/>
            <a:ext cx="7485888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48436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ontent_imgbackground"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285750"/>
            <a:ext cx="12192000" cy="6217920"/>
          </a:xfrm>
          <a:prstGeom prst="rect">
            <a:avLst/>
          </a:prstGeom>
          <a:solidFill>
            <a:schemeClr val="bg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63296" y="1901952"/>
            <a:ext cx="7485888" cy="4127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1104" y="455168"/>
            <a:ext cx="7936992" cy="1233424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22601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3296" y="1950720"/>
            <a:ext cx="4035552" cy="4123944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Picture Placeholder 2"/>
          <p:cNvSpPr>
            <a:spLocks noGrp="1"/>
          </p:cNvSpPr>
          <p:nvPr>
            <p:ph type="pic" idx="10"/>
          </p:nvPr>
        </p:nvSpPr>
        <p:spPr>
          <a:xfrm>
            <a:off x="4730620" y="1950721"/>
            <a:ext cx="4096388" cy="4123944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23056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9824" y="493776"/>
            <a:ext cx="4974336" cy="1505712"/>
          </a:xfrm>
        </p:spPr>
        <p:txBody>
          <a:bodyPr anchor="b">
            <a:normAutofit/>
          </a:bodyPr>
          <a:lstStyle>
            <a:lvl1pPr>
              <a:defRPr sz="44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6408" y="502920"/>
            <a:ext cx="4892040" cy="5843016"/>
          </a:xfrm>
          <a:noFill/>
        </p:spPr>
        <p:txBody>
          <a:bodyPr/>
          <a:lstStyle>
            <a:lvl1pPr marL="0" indent="0" algn="ctr">
              <a:buNone/>
              <a:defRPr sz="3200">
                <a:solidFill>
                  <a:srgbClr val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49824" y="2133600"/>
            <a:ext cx="4974336" cy="4212336"/>
          </a:xfrm>
        </p:spPr>
        <p:txBody>
          <a:bodyPr>
            <a:normAutofit/>
          </a:bodyPr>
          <a:lstStyle>
            <a:lvl1pPr marL="457200" indent="-457200">
              <a:spcBef>
                <a:spcPts val="1200"/>
              </a:spcBef>
              <a:buFont typeface="Arial" panose="020B0604020202020204" pitchFamily="34" charset="0"/>
              <a:buChar char="•"/>
              <a:defRPr sz="3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71734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55034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583680"/>
            <a:ext cx="12188826" cy="274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3296" y="467360"/>
            <a:ext cx="8363712" cy="12334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3296" y="1901952"/>
            <a:ext cx="7485888" cy="4127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63760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65" r:id="rId2"/>
    <p:sldLayoutId id="2147483655" r:id="rId3"/>
    <p:sldLayoutId id="2147483666" r:id="rId4"/>
    <p:sldLayoutId id="2147483663" r:id="rId5"/>
    <p:sldLayoutId id="2147483667" r:id="rId6"/>
    <p:sldLayoutId id="2147483664" r:id="rId7"/>
    <p:sldLayoutId id="2147483662" r:id="rId8"/>
    <p:sldLayoutId id="2147483650" r:id="rId9"/>
    <p:sldLayoutId id="2147483661" r:id="rId10"/>
    <p:sldLayoutId id="2147483672" r:id="rId11"/>
    <p:sldLayoutId id="2147483660" r:id="rId12"/>
    <p:sldLayoutId id="2147483657" r:id="rId13"/>
    <p:sldLayoutId id="2147483670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Font typeface="Arial" pitchFamily="34" charset="0"/>
        <a:buNone/>
        <a:defRPr sz="4800" b="1" kern="1200">
          <a:solidFill>
            <a:srgbClr val="000000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SzPct val="80000"/>
        <a:buFont typeface="Arial" pitchFamily="34" charset="0"/>
        <a:buChar char="•"/>
        <a:defRPr sz="32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SzPct val="80000"/>
        <a:buFont typeface="Arial" pitchFamily="34" charset="0"/>
        <a:buChar char="•"/>
        <a:defRPr sz="28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24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20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155448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2000" kern="1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83464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626C0-457E-716A-AB10-82754B12D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630" y="506891"/>
            <a:ext cx="8392079" cy="2116228"/>
          </a:xfrm>
        </p:spPr>
        <p:txBody>
          <a:bodyPr/>
          <a:lstStyle/>
          <a:p>
            <a:r>
              <a:rPr lang="en-US" dirty="0">
                <a:latin typeface="Arial"/>
                <a:cs typeface="Arial"/>
              </a:rPr>
              <a:t>Data Programming 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in Python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_________________</a:t>
            </a:r>
            <a:br>
              <a:rPr lang="en-US" dirty="0">
                <a:latin typeface="Arial"/>
                <a:cs typeface="Arial"/>
              </a:rPr>
            </a:br>
            <a:r>
              <a:rPr lang="en-US" dirty="0">
                <a:latin typeface="Arial"/>
                <a:cs typeface="Arial"/>
              </a:rPr>
              <a:t>Booleans and Flow Control</a:t>
            </a:r>
            <a:endParaRPr lang="en-US" dirty="0"/>
          </a:p>
        </p:txBody>
      </p:sp>
      <p:pic>
        <p:nvPicPr>
          <p:cNvPr id="5" name="Picture 4" descr="A computer screen shot of a computer code">
            <a:extLst>
              <a:ext uri="{FF2B5EF4-FFF2-40B4-BE49-F238E27FC236}">
                <a16:creationId xmlns:a16="http://schemas.microsoft.com/office/drawing/2014/main" id="{043F4988-C2A2-B678-BF5E-03DA3980D1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139" y="2888232"/>
            <a:ext cx="4877612" cy="3462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895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529AA-6AE5-48A4-94B6-3D72B36BA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Boolean Data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11D04-C45D-409C-82D0-99F88AC5D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296" y="1901952"/>
            <a:ext cx="6100790" cy="412762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645160" indent="-342900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Pct val="100000"/>
            </a:pPr>
            <a:r>
              <a:rPr lang="en-US" sz="2800" dirty="0">
                <a:solidFill>
                  <a:schemeClr val="tx1"/>
                </a:solidFill>
                <a:latin typeface="Arial"/>
                <a:ea typeface="Arial" charset="0"/>
                <a:cs typeface="Arial"/>
                <a:sym typeface="Cabin"/>
              </a:rPr>
              <a:t>Boolean expressions ask a question and produce a </a:t>
            </a:r>
            <a:r>
              <a:rPr lang="en-US" sz="2800" b="1" dirty="0">
                <a:solidFill>
                  <a:srgbClr val="FF0000"/>
                </a:solidFill>
                <a:latin typeface="Arial"/>
                <a:ea typeface="Arial" charset="0"/>
                <a:cs typeface="Arial"/>
                <a:sym typeface="Cabin"/>
              </a:rPr>
              <a:t>True</a:t>
            </a:r>
            <a:r>
              <a:rPr lang="en-US" sz="2800" dirty="0">
                <a:solidFill>
                  <a:schemeClr val="tx1"/>
                </a:solidFill>
                <a:latin typeface="Arial"/>
                <a:ea typeface="Arial" charset="0"/>
                <a:cs typeface="Arial"/>
                <a:sym typeface="Cabin"/>
              </a:rPr>
              <a:t> or </a:t>
            </a:r>
            <a:r>
              <a:rPr lang="en-US" sz="2800" b="1" dirty="0">
                <a:solidFill>
                  <a:srgbClr val="FF0000"/>
                </a:solidFill>
                <a:latin typeface="Arial"/>
                <a:ea typeface="Arial" charset="0"/>
                <a:cs typeface="Arial"/>
                <a:sym typeface="Cabin"/>
              </a:rPr>
              <a:t>False</a:t>
            </a:r>
            <a:r>
              <a:rPr lang="en-US" sz="2800" dirty="0">
                <a:solidFill>
                  <a:schemeClr val="tx1"/>
                </a:solidFill>
                <a:latin typeface="Arial"/>
                <a:ea typeface="Arial" charset="0"/>
                <a:cs typeface="Arial"/>
                <a:sym typeface="Cabin"/>
              </a:rPr>
              <a:t> result which we use to control program flow</a:t>
            </a:r>
            <a:endParaRPr lang="en-US" sz="2800" dirty="0">
              <a:solidFill>
                <a:schemeClr val="tx1"/>
              </a:solidFill>
              <a:latin typeface="Arial"/>
              <a:ea typeface="Arial" charset="0"/>
              <a:cs typeface="Arial"/>
            </a:endParaRPr>
          </a:p>
          <a:p>
            <a:pPr marL="45720" indent="0">
              <a:buNone/>
            </a:pPr>
            <a:endParaRPr lang="en-US" dirty="0">
              <a:ea typeface="Calibri" panose="020F0502020204030204" pitchFamily="34" charset="0"/>
            </a:endParaRPr>
          </a:p>
        </p:txBody>
      </p:sp>
      <p:pic>
        <p:nvPicPr>
          <p:cNvPr id="7" name="Picture 6" descr="A check box and a check mark with True and False">
            <a:extLst>
              <a:ext uri="{FF2B5EF4-FFF2-40B4-BE49-F238E27FC236}">
                <a16:creationId xmlns:a16="http://schemas.microsoft.com/office/drawing/2014/main" id="{500F8AF7-8325-25D0-19AC-FFB68F7945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1487" y="4288536"/>
            <a:ext cx="3264408" cy="217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285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EADA0-B29A-1592-C593-F7D1E6F76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Boolean Data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DFA09B-E80F-894B-25A4-4FAB9D505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296" y="1700784"/>
            <a:ext cx="7485888" cy="4127627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Arial"/>
                <a:ea typeface="Arial" charset="0"/>
                <a:cs typeface="Arial"/>
                <a:sym typeface="Cabin"/>
              </a:rPr>
              <a:t>Boolean expressions using </a:t>
            </a:r>
            <a:r>
              <a:rPr lang="en-US" b="1" dirty="0">
                <a:solidFill>
                  <a:srgbClr val="0066FF"/>
                </a:solidFill>
                <a:latin typeface="Arial"/>
                <a:ea typeface="Arial" charset="0"/>
                <a:cs typeface="Arial"/>
                <a:sym typeface="Cabin"/>
              </a:rPr>
              <a:t>comparison operators</a:t>
            </a:r>
            <a:r>
              <a:rPr lang="en-US" b="1" dirty="0">
                <a:solidFill>
                  <a:schemeClr val="tx1"/>
                </a:solidFill>
                <a:latin typeface="Arial"/>
                <a:ea typeface="Arial" charset="0"/>
                <a:cs typeface="Arial"/>
                <a:sym typeface="Cabin"/>
              </a:rPr>
              <a:t> </a:t>
            </a:r>
            <a:r>
              <a:rPr lang="en-US" dirty="0">
                <a:solidFill>
                  <a:schemeClr val="tx1"/>
                </a:solidFill>
                <a:latin typeface="Arial"/>
                <a:ea typeface="Arial" charset="0"/>
                <a:cs typeface="Arial"/>
                <a:sym typeface="Cabin"/>
              </a:rPr>
              <a:t>evaluate to </a:t>
            </a:r>
            <a:r>
              <a:rPr lang="en-US" b="1" dirty="0">
                <a:solidFill>
                  <a:srgbClr val="FF0000"/>
                </a:solidFill>
                <a:latin typeface="Arial"/>
                <a:ea typeface="Arial" charset="0"/>
                <a:cs typeface="Arial"/>
                <a:sym typeface="Cabin"/>
              </a:rPr>
              <a:t>True / False</a:t>
            </a:r>
            <a:endParaRPr lang="en-US" dirty="0"/>
          </a:p>
        </p:txBody>
      </p:sp>
      <p:sp>
        <p:nvSpPr>
          <p:cNvPr id="4" name="Shape 284">
            <a:extLst>
              <a:ext uri="{FF2B5EF4-FFF2-40B4-BE49-F238E27FC236}">
                <a16:creationId xmlns:a16="http://schemas.microsoft.com/office/drawing/2014/main" id="{62347D80-F431-6663-82F8-0F3860D05177}"/>
              </a:ext>
            </a:extLst>
          </p:cNvPr>
          <p:cNvSpPr txBox="1"/>
          <p:nvPr/>
        </p:nvSpPr>
        <p:spPr>
          <a:xfrm>
            <a:off x="1207045" y="6198175"/>
            <a:ext cx="5095673" cy="3849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ct val="25000"/>
            </a:pPr>
            <a:r>
              <a:rPr lang="en-US" sz="2250" dirty="0">
                <a:solidFill>
                  <a:srgbClr val="00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Remember:  </a:t>
            </a:r>
            <a:r>
              <a:rPr lang="en-US" sz="2250" dirty="0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250" dirty="0">
                <a:solidFill>
                  <a:srgbClr val="00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=</a:t>
            </a:r>
            <a:r>
              <a:rPr lang="en-US" sz="2250" dirty="0">
                <a:solidFill>
                  <a:srgbClr val="009900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2250" dirty="0">
                <a:solidFill>
                  <a:srgbClr val="0099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is used for assignment.</a:t>
            </a:r>
          </a:p>
        </p:txBody>
      </p:sp>
      <p:graphicFrame>
        <p:nvGraphicFramePr>
          <p:cNvPr id="5" name="Shape 285">
            <a:extLst>
              <a:ext uri="{FF2B5EF4-FFF2-40B4-BE49-F238E27FC236}">
                <a16:creationId xmlns:a16="http://schemas.microsoft.com/office/drawing/2014/main" id="{558A7DA8-5262-9423-2FFE-878F1FC0A2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70050383"/>
              </p:ext>
            </p:extLst>
          </p:nvPr>
        </p:nvGraphicFramePr>
        <p:xfrm>
          <a:off x="973580" y="3289717"/>
          <a:ext cx="5329138" cy="2908458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707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15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4569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2500" b="1" u="none">
                          <a:solidFill>
                            <a:schemeClr val="tx1"/>
                          </a:solidFill>
                          <a:sym typeface="Cabin"/>
                        </a:rPr>
                        <a:t>Python</a:t>
                      </a:r>
                      <a:endParaRPr lang="en-US" sz="2500" b="1" i="0" u="none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  <a:sym typeface="Cabin"/>
                      </a:endParaRPr>
                    </a:p>
                  </a:txBody>
                  <a:tcPr marL="28575" marR="28575" marT="28575" marB="2857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2500" b="1" u="none" dirty="0">
                          <a:solidFill>
                            <a:schemeClr val="tx1"/>
                          </a:solidFill>
                          <a:sym typeface="Cabin"/>
                        </a:rPr>
                        <a:t>Meaning</a:t>
                      </a:r>
                      <a:endParaRPr lang="en-US" sz="2500" b="1" i="0" u="none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  <a:sym typeface="Cabin"/>
                      </a:endParaRPr>
                    </a:p>
                  </a:txBody>
                  <a:tcPr marL="28575" marR="28575" marT="28575" marB="28575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2300" b="1" u="none">
                          <a:solidFill>
                            <a:srgbClr val="0066FF"/>
                          </a:solidFill>
                          <a:sym typeface="Cabin"/>
                        </a:rPr>
                        <a:t>&lt;</a:t>
                      </a:r>
                      <a:endParaRPr lang="en-US" sz="2300" b="1" i="0" u="none">
                        <a:solidFill>
                          <a:srgbClr val="0066FF"/>
                        </a:solidFill>
                        <a:latin typeface="Arial" charset="0"/>
                        <a:ea typeface="Arial" charset="0"/>
                        <a:cs typeface="Arial" charset="0"/>
                        <a:sym typeface="Cabin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2300" b="0" u="none">
                          <a:solidFill>
                            <a:schemeClr val="tx1"/>
                          </a:solidFill>
                          <a:sym typeface="Cabin"/>
                        </a:rPr>
                        <a:t>Less than</a:t>
                      </a:r>
                      <a:endParaRPr lang="en-US" sz="2300" b="0" i="0" u="none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  <a:sym typeface="Cabin"/>
                      </a:endParaRPr>
                    </a:p>
                  </a:txBody>
                  <a:tcPr marL="28575" marR="28575" marT="28575" marB="285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956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2300" b="1" u="none">
                          <a:solidFill>
                            <a:srgbClr val="0066FF"/>
                          </a:solidFill>
                          <a:sym typeface="Cabin"/>
                        </a:rPr>
                        <a:t>&lt;=</a:t>
                      </a:r>
                      <a:endParaRPr lang="en-US" sz="2300" b="1" i="0" u="none">
                        <a:solidFill>
                          <a:srgbClr val="0066FF"/>
                        </a:solidFill>
                        <a:latin typeface="Arial" charset="0"/>
                        <a:ea typeface="Arial" charset="0"/>
                        <a:cs typeface="Arial" charset="0"/>
                        <a:sym typeface="Cabin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2300" b="0" u="none" dirty="0">
                          <a:solidFill>
                            <a:schemeClr val="tx1"/>
                          </a:solidFill>
                          <a:sym typeface="Cabin"/>
                        </a:rPr>
                        <a:t>Less than or Equal to</a:t>
                      </a:r>
                      <a:endParaRPr lang="en-US" sz="2300" b="0" i="0" u="none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  <a:sym typeface="Cabin"/>
                      </a:endParaRPr>
                    </a:p>
                  </a:txBody>
                  <a:tcPr marL="28575" marR="28575" marT="28575" marB="285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956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2300" b="1" u="none">
                          <a:solidFill>
                            <a:srgbClr val="0066FF"/>
                          </a:solidFill>
                          <a:sym typeface="Cabin"/>
                        </a:rPr>
                        <a:t> == </a:t>
                      </a:r>
                      <a:endParaRPr lang="en-US" sz="2300" b="1" i="0" u="none">
                        <a:solidFill>
                          <a:srgbClr val="0066FF"/>
                        </a:solidFill>
                        <a:latin typeface="Arial" charset="0"/>
                        <a:ea typeface="Arial" charset="0"/>
                        <a:cs typeface="Arial" charset="0"/>
                        <a:sym typeface="Cabin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2300" b="0" u="none" dirty="0">
                          <a:solidFill>
                            <a:schemeClr val="tx1"/>
                          </a:solidFill>
                          <a:sym typeface="Cabin"/>
                        </a:rPr>
                        <a:t>Equal to</a:t>
                      </a:r>
                      <a:endParaRPr lang="en-US" sz="2300" b="0" i="0" u="none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  <a:sym typeface="Cabin"/>
                      </a:endParaRPr>
                    </a:p>
                  </a:txBody>
                  <a:tcPr marL="28575" marR="28575" marT="28575" marB="2857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2300" b="1" u="none">
                          <a:solidFill>
                            <a:srgbClr val="0066FF"/>
                          </a:solidFill>
                          <a:sym typeface="Cabin"/>
                        </a:rPr>
                        <a:t>&gt;=</a:t>
                      </a:r>
                      <a:endParaRPr lang="en-US" sz="2300" b="1" i="0" u="none">
                        <a:solidFill>
                          <a:srgbClr val="0066FF"/>
                        </a:solidFill>
                        <a:latin typeface="Arial" charset="0"/>
                        <a:ea typeface="Arial" charset="0"/>
                        <a:cs typeface="Arial" charset="0"/>
                        <a:sym typeface="Cabin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2300" b="0" u="none">
                          <a:solidFill>
                            <a:schemeClr val="tx1"/>
                          </a:solidFill>
                          <a:sym typeface="Cabin"/>
                        </a:rPr>
                        <a:t>Greater than or Equal to</a:t>
                      </a:r>
                      <a:endParaRPr lang="en-US" sz="2300" b="0" i="0" u="none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  <a:sym typeface="Cabin"/>
                      </a:endParaRPr>
                    </a:p>
                  </a:txBody>
                  <a:tcPr marL="28575" marR="28575" marT="28575" marB="2857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956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2300" b="1" u="none">
                          <a:solidFill>
                            <a:srgbClr val="0066FF"/>
                          </a:solidFill>
                          <a:sym typeface="Cabin"/>
                        </a:rPr>
                        <a:t>&gt;</a:t>
                      </a:r>
                      <a:endParaRPr lang="en-US" sz="2300" b="1" i="0" u="none">
                        <a:solidFill>
                          <a:srgbClr val="0066FF"/>
                        </a:solidFill>
                        <a:latin typeface="Arial" charset="0"/>
                        <a:ea typeface="Arial" charset="0"/>
                        <a:cs typeface="Arial" charset="0"/>
                        <a:sym typeface="Cabin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2300" b="0" u="none">
                          <a:solidFill>
                            <a:schemeClr val="tx1"/>
                          </a:solidFill>
                          <a:sym typeface="Cabin"/>
                        </a:rPr>
                        <a:t>Greater than</a:t>
                      </a:r>
                      <a:endParaRPr lang="en-US" sz="2300" b="0" i="0" u="none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  <a:sym typeface="Cabin"/>
                      </a:endParaRPr>
                    </a:p>
                  </a:txBody>
                  <a:tcPr marL="28575" marR="28575" marT="28575" marB="2857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FFFF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2300" b="1" u="none">
                          <a:solidFill>
                            <a:srgbClr val="0066FF"/>
                          </a:solidFill>
                          <a:sym typeface="Cabin"/>
                        </a:rPr>
                        <a:t>!=</a:t>
                      </a:r>
                      <a:endParaRPr lang="en-US" sz="2300" b="1" i="0" u="none">
                        <a:solidFill>
                          <a:srgbClr val="0066FF"/>
                        </a:solidFill>
                        <a:latin typeface="Arial" charset="0"/>
                        <a:ea typeface="Arial" charset="0"/>
                        <a:cs typeface="Arial" charset="0"/>
                        <a:sym typeface="Cabin"/>
                      </a:endParaRPr>
                    </a:p>
                  </a:txBody>
                  <a:tcPr marL="28575" marR="28575" marT="28575" marB="2857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ct val="25000"/>
                        <a:buFont typeface="Cabin"/>
                        <a:buNone/>
                      </a:pPr>
                      <a:r>
                        <a:rPr lang="en-US" sz="2300" b="0" u="none" dirty="0">
                          <a:solidFill>
                            <a:schemeClr val="tx1"/>
                          </a:solidFill>
                          <a:sym typeface="Cabin"/>
                        </a:rPr>
                        <a:t>Not equal</a:t>
                      </a:r>
                      <a:endParaRPr lang="en-US" sz="2300" b="0" i="0" u="none" dirty="0">
                        <a:solidFill>
                          <a:schemeClr val="tx1"/>
                        </a:solidFill>
                        <a:latin typeface="Arial" charset="0"/>
                        <a:ea typeface="Arial" charset="0"/>
                        <a:cs typeface="Arial" charset="0"/>
                        <a:sym typeface="Cabin"/>
                      </a:endParaRPr>
                    </a:p>
                  </a:txBody>
                  <a:tcPr marL="28575" marR="28575" marT="28575" marB="2857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1323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26A15-C9B1-FA02-574D-D2B67583B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95186-2881-0A33-9452-DD9768CDC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item in if/</a:t>
            </a:r>
            <a:r>
              <a:rPr lang="en-US" dirty="0" err="1"/>
              <a:t>elif</a:t>
            </a:r>
            <a:r>
              <a:rPr lang="en-US" dirty="0"/>
              <a:t>/else that is True</a:t>
            </a:r>
          </a:p>
          <a:p>
            <a:r>
              <a:rPr lang="en-US" dirty="0"/>
              <a:t>Go inside and execute statement</a:t>
            </a:r>
          </a:p>
        </p:txBody>
      </p:sp>
      <p:pic>
        <p:nvPicPr>
          <p:cNvPr id="4" name="Picture 3" descr="if elif and else condition structure">
            <a:extLst>
              <a:ext uri="{FF2B5EF4-FFF2-40B4-BE49-F238E27FC236}">
                <a16:creationId xmlns:a16="http://schemas.microsoft.com/office/drawing/2014/main" id="{8B17D9D5-8100-1479-451D-C21AEFBA6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686" y="3168310"/>
            <a:ext cx="3788309" cy="3062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786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71E8D-990D-96A9-47A7-053EAEF1B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52577-6384-43F6-AC46-6DEAA3FD8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2FD86-71B6-EEA0-B3FF-C2A1BB166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item in if/</a:t>
            </a:r>
            <a:r>
              <a:rPr lang="en-US" dirty="0" err="1"/>
              <a:t>elif</a:t>
            </a:r>
            <a:r>
              <a:rPr lang="en-US" dirty="0"/>
              <a:t>/else that is True</a:t>
            </a:r>
          </a:p>
          <a:p>
            <a:r>
              <a:rPr lang="en-US" dirty="0"/>
              <a:t>Go inside and execute statement</a:t>
            </a:r>
          </a:p>
        </p:txBody>
      </p:sp>
      <p:pic>
        <p:nvPicPr>
          <p:cNvPr id="4" name="Picture 3" descr="If elif and else condition structure">
            <a:extLst>
              <a:ext uri="{FF2B5EF4-FFF2-40B4-BE49-F238E27FC236}">
                <a16:creationId xmlns:a16="http://schemas.microsoft.com/office/drawing/2014/main" id="{E34933EC-DA50-9722-1192-DAC8E1CA0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686" y="3168310"/>
            <a:ext cx="3788309" cy="3062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176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6F1EF-755F-080A-AD4F-B9A268DA8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248F6-376C-DFA8-22D6-4F967F48B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Clr>
                <a:srgbClr val="FFFF00"/>
              </a:buClr>
              <a:buSzPct val="25000"/>
            </a:pPr>
            <a:r>
              <a:rPr lang="en-US" b="1" dirty="0">
                <a:latin typeface="Courier"/>
                <a:ea typeface="Courier"/>
                <a:cs typeface="Courier"/>
                <a:sym typeface="Courier New"/>
              </a:rPr>
              <a:t>x = 0 </a:t>
            </a:r>
          </a:p>
          <a:p>
            <a:pPr>
              <a:buClr>
                <a:srgbClr val="FFFF00"/>
              </a:buClr>
              <a:buSzPct val="25000"/>
            </a:pPr>
            <a:r>
              <a:rPr lang="en-US" b="1" dirty="0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 New"/>
              </a:rPr>
              <a:t>if x &lt; 2 :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b="1" dirty="0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 New"/>
              </a:rPr>
              <a:t>    print('small')</a:t>
            </a:r>
          </a:p>
          <a:p>
            <a:pPr>
              <a:buClr>
                <a:srgbClr val="FFFF00"/>
              </a:buClr>
              <a:buSzPct val="25000"/>
            </a:pPr>
            <a:r>
              <a:rPr lang="en-US" b="1" dirty="0" err="1">
                <a:latin typeface="Courier"/>
                <a:ea typeface="Courier"/>
                <a:cs typeface="Courier"/>
                <a:sym typeface="Courier New"/>
              </a:rPr>
              <a:t>elif</a:t>
            </a:r>
            <a:r>
              <a:rPr lang="en-US" b="1" dirty="0">
                <a:latin typeface="Courier"/>
                <a:ea typeface="Courier"/>
                <a:cs typeface="Courier"/>
                <a:sym typeface="Courier New"/>
              </a:rPr>
              <a:t> x &lt; 10 :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b="1" dirty="0">
                <a:latin typeface="Courier"/>
                <a:ea typeface="Courier"/>
                <a:cs typeface="Courier"/>
                <a:sym typeface="Courier New"/>
              </a:rPr>
              <a:t>    print('Medium')</a:t>
            </a:r>
          </a:p>
          <a:p>
            <a:pPr>
              <a:buClr>
                <a:srgbClr val="FFFF00"/>
              </a:buClr>
              <a:buSzPct val="25000"/>
            </a:pPr>
            <a:r>
              <a:rPr lang="en-US" b="1" dirty="0">
                <a:latin typeface="Courier"/>
                <a:ea typeface="Courier"/>
                <a:cs typeface="Courier"/>
                <a:sym typeface="Courier New"/>
              </a:rPr>
              <a:t>else :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b="1" dirty="0">
                <a:latin typeface="Courier"/>
                <a:ea typeface="Courier"/>
                <a:cs typeface="Courier"/>
                <a:sym typeface="Courier New"/>
              </a:rPr>
              <a:t>    print('LARGE')</a:t>
            </a:r>
          </a:p>
          <a:p>
            <a:pPr lvl="0">
              <a:buClr>
                <a:srgbClr val="FFFF00"/>
              </a:buClr>
              <a:buSzPct val="25000"/>
            </a:pPr>
            <a:r>
              <a:rPr lang="en-US" b="1" dirty="0">
                <a:latin typeface="Courier"/>
                <a:ea typeface="Courier"/>
                <a:cs typeface="Courier"/>
                <a:sym typeface="Courier New"/>
              </a:rPr>
              <a:t>print('All done')</a:t>
            </a:r>
          </a:p>
        </p:txBody>
      </p:sp>
    </p:spTree>
    <p:extLst>
      <p:ext uri="{BB962C8B-B14F-4D97-AF65-F5344CB8AC3E}">
        <p14:creationId xmlns:p14="http://schemas.microsoft.com/office/powerpoint/2010/main" val="3474643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51C31-7D5C-06FE-C9FF-27B0915AF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E044E-9565-3C7A-FE66-88C71399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840" y="82440"/>
            <a:ext cx="8363712" cy="1233424"/>
          </a:xfrm>
        </p:spPr>
        <p:txBody>
          <a:bodyPr/>
          <a:lstStyle/>
          <a:p>
            <a:r>
              <a:rPr lang="en-US" dirty="0"/>
              <a:t>Conditional Statements</a:t>
            </a:r>
          </a:p>
        </p:txBody>
      </p:sp>
      <p:sp>
        <p:nvSpPr>
          <p:cNvPr id="5" name="Shape 467">
            <a:extLst>
              <a:ext uri="{FF2B5EF4-FFF2-40B4-BE49-F238E27FC236}">
                <a16:creationId xmlns:a16="http://schemas.microsoft.com/office/drawing/2014/main" id="{496B3E0B-A23A-B032-6E0E-125B95139E59}"/>
              </a:ext>
            </a:extLst>
          </p:cNvPr>
          <p:cNvSpPr/>
          <p:nvPr/>
        </p:nvSpPr>
        <p:spPr>
          <a:xfrm>
            <a:off x="563663" y="2096281"/>
            <a:ext cx="2354567" cy="975557"/>
          </a:xfrm>
          <a:prstGeom prst="diamond">
            <a:avLst/>
          </a:prstGeom>
          <a:noFill/>
          <a:ln w="50800" cap="rnd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ct val="25000"/>
            </a:pPr>
            <a:r>
              <a:rPr lang="en-US" sz="2000" b="1" dirty="0">
                <a:latin typeface="Courier"/>
                <a:ea typeface="Arial" charset="0"/>
                <a:cs typeface="Arial" charset="0"/>
                <a:sym typeface="Cabin"/>
              </a:rPr>
              <a:t>x &lt; 2</a:t>
            </a:r>
          </a:p>
        </p:txBody>
      </p:sp>
      <p:sp>
        <p:nvSpPr>
          <p:cNvPr id="6" name="Shape 468">
            <a:extLst>
              <a:ext uri="{FF2B5EF4-FFF2-40B4-BE49-F238E27FC236}">
                <a16:creationId xmlns:a16="http://schemas.microsoft.com/office/drawing/2014/main" id="{5A78B834-2982-66E5-C86B-5077B75C6FAB}"/>
              </a:ext>
            </a:extLst>
          </p:cNvPr>
          <p:cNvSpPr txBox="1"/>
          <p:nvPr/>
        </p:nvSpPr>
        <p:spPr>
          <a:xfrm>
            <a:off x="3380813" y="2163556"/>
            <a:ext cx="2295767" cy="840874"/>
          </a:xfrm>
          <a:prstGeom prst="rect">
            <a:avLst/>
          </a:prstGeom>
          <a:noFill/>
          <a:ln w="50800" cap="rnd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ct val="25000"/>
            </a:pPr>
            <a:r>
              <a:rPr lang="en-US" sz="2000" b="1" dirty="0">
                <a:latin typeface="Courier"/>
                <a:ea typeface="Arial" charset="0"/>
                <a:cs typeface="Arial" charset="0"/>
                <a:sym typeface="Cabin"/>
              </a:rPr>
              <a:t>print('small')</a:t>
            </a:r>
          </a:p>
        </p:txBody>
      </p:sp>
      <p:cxnSp>
        <p:nvCxnSpPr>
          <p:cNvPr id="7" name="Shape 469">
            <a:extLst>
              <a:ext uri="{FF2B5EF4-FFF2-40B4-BE49-F238E27FC236}">
                <a16:creationId xmlns:a16="http://schemas.microsoft.com/office/drawing/2014/main" id="{F4661C5C-994C-7ACA-1EA1-F93FFA447D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rot="10800000">
            <a:off x="2956129" y="2586128"/>
            <a:ext cx="396301" cy="0"/>
          </a:xfrm>
          <a:prstGeom prst="straightConnector1">
            <a:avLst/>
          </a:prstGeom>
          <a:noFill/>
          <a:ln w="63500" cap="rnd" cmpd="sng">
            <a:solidFill>
              <a:srgbClr val="FF00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8" name="Shape 470">
            <a:extLst>
              <a:ext uri="{FF2B5EF4-FFF2-40B4-BE49-F238E27FC236}">
                <a16:creationId xmlns:a16="http://schemas.microsoft.com/office/drawing/2014/main" id="{9AD3538D-F7AC-E5B5-CE3C-A5A4189A0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rot="10800000" flipH="1">
            <a:off x="1787230" y="5551487"/>
            <a:ext cx="4296147" cy="68335"/>
          </a:xfrm>
          <a:prstGeom prst="straightConnector1">
            <a:avLst/>
          </a:prstGeom>
          <a:noFill/>
          <a:ln w="63500" cap="rnd" cmpd="sng">
            <a:solidFill>
              <a:srgbClr val="FF00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9" name="Shape 471">
            <a:extLst>
              <a:ext uri="{FF2B5EF4-FFF2-40B4-BE49-F238E27FC236}">
                <a16:creationId xmlns:a16="http://schemas.microsoft.com/office/drawing/2014/main" id="{3BCC77A0-E4A2-D05D-0CA3-B21A8424F834}"/>
              </a:ext>
            </a:extLst>
          </p:cNvPr>
          <p:cNvSpPr txBox="1"/>
          <p:nvPr/>
        </p:nvSpPr>
        <p:spPr>
          <a:xfrm>
            <a:off x="2508337" y="2033211"/>
            <a:ext cx="521449" cy="3700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ct val="25000"/>
            </a:pPr>
            <a:r>
              <a:rPr lang="en-US" sz="2000" b="1" dirty="0">
                <a:solidFill>
                  <a:srgbClr val="FF0000"/>
                </a:solidFill>
                <a:latin typeface="Courier"/>
                <a:ea typeface="Arial" charset="0"/>
                <a:cs typeface="Arial" charset="0"/>
                <a:sym typeface="Cabin"/>
              </a:rPr>
              <a:t>yes</a:t>
            </a:r>
          </a:p>
        </p:txBody>
      </p:sp>
      <p:sp>
        <p:nvSpPr>
          <p:cNvPr id="10" name="Shape 472">
            <a:extLst>
              <a:ext uri="{FF2B5EF4-FFF2-40B4-BE49-F238E27FC236}">
                <a16:creationId xmlns:a16="http://schemas.microsoft.com/office/drawing/2014/main" id="{5F21B24C-5B86-73C0-A151-C658B675BD05}"/>
              </a:ext>
            </a:extLst>
          </p:cNvPr>
          <p:cNvSpPr txBox="1"/>
          <p:nvPr/>
        </p:nvSpPr>
        <p:spPr>
          <a:xfrm>
            <a:off x="1210134" y="3008702"/>
            <a:ext cx="358359" cy="3700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ct val="25000"/>
            </a:pPr>
            <a:r>
              <a:rPr lang="en-US" sz="2000" b="1" dirty="0">
                <a:latin typeface="Courier"/>
                <a:ea typeface="Arial" charset="0"/>
                <a:cs typeface="Arial" charset="0"/>
                <a:sym typeface="Cabin"/>
              </a:rPr>
              <a:t>no</a:t>
            </a:r>
          </a:p>
        </p:txBody>
      </p:sp>
      <p:cxnSp>
        <p:nvCxnSpPr>
          <p:cNvPr id="11" name="Shape 473">
            <a:extLst>
              <a:ext uri="{FF2B5EF4-FFF2-40B4-BE49-F238E27FC236}">
                <a16:creationId xmlns:a16="http://schemas.microsoft.com/office/drawing/2014/main" id="{76430683-FC4F-31BF-749C-E07FAAD3D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rot="10800000">
            <a:off x="6070772" y="2597707"/>
            <a:ext cx="25228" cy="2966401"/>
          </a:xfrm>
          <a:prstGeom prst="straightConnector1">
            <a:avLst/>
          </a:prstGeom>
          <a:noFill/>
          <a:ln w="63500" cap="rnd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12" name="Shape 474">
            <a:extLst>
              <a:ext uri="{FF2B5EF4-FFF2-40B4-BE49-F238E27FC236}">
                <a16:creationId xmlns:a16="http://schemas.microsoft.com/office/drawing/2014/main" id="{BD5C8363-C0E9-E6D0-EDC3-549B5290FD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rot="10800000">
            <a:off x="1750414" y="1668509"/>
            <a:ext cx="3178" cy="455102"/>
          </a:xfrm>
          <a:prstGeom prst="straightConnector1">
            <a:avLst/>
          </a:prstGeom>
          <a:noFill/>
          <a:ln w="63500" cap="rnd" cmpd="sng">
            <a:solidFill>
              <a:srgbClr val="0066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13" name="Shape 475">
            <a:extLst>
              <a:ext uri="{FF2B5EF4-FFF2-40B4-BE49-F238E27FC236}">
                <a16:creationId xmlns:a16="http://schemas.microsoft.com/office/drawing/2014/main" id="{50039B25-84EB-04F2-C3CC-4BA845909D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rot="10800000" flipH="1">
            <a:off x="1753592" y="5439036"/>
            <a:ext cx="12515" cy="494036"/>
          </a:xfrm>
          <a:prstGeom prst="straightConnector1">
            <a:avLst/>
          </a:prstGeom>
          <a:noFill/>
          <a:ln w="63500" cap="rnd" cmpd="sng">
            <a:solidFill>
              <a:srgbClr val="0066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14" name="Shape 476">
            <a:extLst>
              <a:ext uri="{FF2B5EF4-FFF2-40B4-BE49-F238E27FC236}">
                <a16:creationId xmlns:a16="http://schemas.microsoft.com/office/drawing/2014/main" id="{6795FC5E-04F5-1454-3B44-AE1C5D48612C}"/>
              </a:ext>
            </a:extLst>
          </p:cNvPr>
          <p:cNvSpPr txBox="1"/>
          <p:nvPr/>
        </p:nvSpPr>
        <p:spPr>
          <a:xfrm>
            <a:off x="572072" y="5914151"/>
            <a:ext cx="2295767" cy="639049"/>
          </a:xfrm>
          <a:prstGeom prst="rect">
            <a:avLst/>
          </a:prstGeom>
          <a:noFill/>
          <a:ln w="50800" cap="rnd" cmpd="sng">
            <a:solidFill>
              <a:srgbClr val="00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ct val="25000"/>
            </a:pPr>
            <a:r>
              <a:rPr lang="en-US" sz="2000" b="1" dirty="0">
                <a:latin typeface="Courier"/>
                <a:ea typeface="Arial" charset="0"/>
                <a:cs typeface="Arial" charset="0"/>
                <a:sym typeface="Cabin"/>
              </a:rPr>
              <a:t>print('All done')</a:t>
            </a:r>
          </a:p>
        </p:txBody>
      </p:sp>
      <p:sp>
        <p:nvSpPr>
          <p:cNvPr id="15" name="Shape 477">
            <a:extLst>
              <a:ext uri="{FF2B5EF4-FFF2-40B4-BE49-F238E27FC236}">
                <a16:creationId xmlns:a16="http://schemas.microsoft.com/office/drawing/2014/main" id="{822F80BB-2C6A-AB76-8675-4977C07A01D7}"/>
              </a:ext>
            </a:extLst>
          </p:cNvPr>
          <p:cNvSpPr/>
          <p:nvPr/>
        </p:nvSpPr>
        <p:spPr>
          <a:xfrm>
            <a:off x="555253" y="3382920"/>
            <a:ext cx="2354567" cy="975557"/>
          </a:xfrm>
          <a:prstGeom prst="diamond">
            <a:avLst/>
          </a:prstGeom>
          <a:noFill/>
          <a:ln w="50800" cap="rnd" cmpd="sng">
            <a:solidFill>
              <a:srgbClr val="00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ct val="25000"/>
            </a:pPr>
            <a:r>
              <a:rPr lang="en-US" sz="2000" b="1" dirty="0">
                <a:latin typeface="Courier"/>
                <a:ea typeface="Arial" charset="0"/>
                <a:cs typeface="Arial" charset="0"/>
                <a:sym typeface="Cabin"/>
              </a:rPr>
              <a:t>x &lt; 10</a:t>
            </a:r>
          </a:p>
        </p:txBody>
      </p:sp>
      <p:sp>
        <p:nvSpPr>
          <p:cNvPr id="16" name="Shape 478">
            <a:extLst>
              <a:ext uri="{FF2B5EF4-FFF2-40B4-BE49-F238E27FC236}">
                <a16:creationId xmlns:a16="http://schemas.microsoft.com/office/drawing/2014/main" id="{5D661FBF-CB77-1346-48A2-7D08A76A384F}"/>
              </a:ext>
            </a:extLst>
          </p:cNvPr>
          <p:cNvSpPr txBox="1"/>
          <p:nvPr/>
        </p:nvSpPr>
        <p:spPr>
          <a:xfrm>
            <a:off x="3372404" y="3450195"/>
            <a:ext cx="2295767" cy="840874"/>
          </a:xfrm>
          <a:prstGeom prst="rect">
            <a:avLst/>
          </a:prstGeom>
          <a:noFill/>
          <a:ln w="50800" cap="rnd" cmpd="sng">
            <a:solidFill>
              <a:srgbClr val="00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ct val="25000"/>
            </a:pPr>
            <a:r>
              <a:rPr lang="en-US" sz="2000" b="1" dirty="0">
                <a:latin typeface="Courier"/>
                <a:ea typeface="Arial" charset="0"/>
                <a:cs typeface="Arial" charset="0"/>
                <a:sym typeface="Cabin"/>
              </a:rPr>
              <a:t>print('Medium')</a:t>
            </a:r>
          </a:p>
        </p:txBody>
      </p:sp>
      <p:cxnSp>
        <p:nvCxnSpPr>
          <p:cNvPr id="17" name="Shape 479">
            <a:extLst>
              <a:ext uri="{FF2B5EF4-FFF2-40B4-BE49-F238E27FC236}">
                <a16:creationId xmlns:a16="http://schemas.microsoft.com/office/drawing/2014/main" id="{F0A9AF2B-4361-6753-EF72-CBD6423E04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rot="10800000">
            <a:off x="2947720" y="3872767"/>
            <a:ext cx="396301" cy="0"/>
          </a:xfrm>
          <a:prstGeom prst="straightConnector1">
            <a:avLst/>
          </a:prstGeom>
          <a:noFill/>
          <a:ln w="63500" cap="rnd" cmpd="sng">
            <a:solidFill>
              <a:srgbClr val="0066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18" name="Shape 480">
            <a:extLst>
              <a:ext uri="{FF2B5EF4-FFF2-40B4-BE49-F238E27FC236}">
                <a16:creationId xmlns:a16="http://schemas.microsoft.com/office/drawing/2014/main" id="{5266187D-BBAD-E372-EDD0-C2549EB866D0}"/>
              </a:ext>
            </a:extLst>
          </p:cNvPr>
          <p:cNvSpPr txBox="1"/>
          <p:nvPr/>
        </p:nvSpPr>
        <p:spPr>
          <a:xfrm>
            <a:off x="2609249" y="3361896"/>
            <a:ext cx="579797" cy="3700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ct val="25000"/>
            </a:pPr>
            <a:r>
              <a:rPr lang="en-US" sz="2000" b="1" dirty="0">
                <a:latin typeface="Courier"/>
                <a:ea typeface="Arial" charset="0"/>
                <a:cs typeface="Arial" charset="0"/>
                <a:sym typeface="Cabin"/>
              </a:rPr>
              <a:t>yes</a:t>
            </a:r>
          </a:p>
        </p:txBody>
      </p:sp>
      <p:cxnSp>
        <p:nvCxnSpPr>
          <p:cNvPr id="19" name="Shape 481">
            <a:extLst>
              <a:ext uri="{FF2B5EF4-FFF2-40B4-BE49-F238E27FC236}">
                <a16:creationId xmlns:a16="http://schemas.microsoft.com/office/drawing/2014/main" id="{34D338ED-D54E-6F2C-1795-CCC81B5E43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rot="10800000">
            <a:off x="5706006" y="2586128"/>
            <a:ext cx="396301" cy="0"/>
          </a:xfrm>
          <a:prstGeom prst="straightConnector1">
            <a:avLst/>
          </a:prstGeom>
          <a:noFill/>
          <a:ln w="63500" cap="rnd" cmpd="sng">
            <a:solidFill>
              <a:srgbClr val="FF00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0" name="Shape 482">
            <a:extLst>
              <a:ext uri="{FF2B5EF4-FFF2-40B4-BE49-F238E27FC236}">
                <a16:creationId xmlns:a16="http://schemas.microsoft.com/office/drawing/2014/main" id="{9ECC7B0A-42A1-1C13-F085-4B50893A8D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rot="10800000">
            <a:off x="5680777" y="3864358"/>
            <a:ext cx="396301" cy="0"/>
          </a:xfrm>
          <a:prstGeom prst="straightConnector1">
            <a:avLst/>
          </a:prstGeom>
          <a:noFill/>
          <a:ln w="63500" cap="rnd" cmpd="sng">
            <a:solidFill>
              <a:srgbClr val="0066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1" name="Shape 483">
            <a:extLst>
              <a:ext uri="{FF2B5EF4-FFF2-40B4-BE49-F238E27FC236}">
                <a16:creationId xmlns:a16="http://schemas.microsoft.com/office/drawing/2014/main" id="{239D6E88-66A3-F59C-7134-F754C11A67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rot="10800000">
            <a:off x="1720012" y="3065373"/>
            <a:ext cx="993" cy="373259"/>
          </a:xfrm>
          <a:prstGeom prst="straightConnector1">
            <a:avLst/>
          </a:prstGeom>
          <a:noFill/>
          <a:ln w="63500" cap="rnd" cmpd="sng">
            <a:solidFill>
              <a:srgbClr val="0066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2" name="Shape 484">
            <a:extLst>
              <a:ext uri="{FF2B5EF4-FFF2-40B4-BE49-F238E27FC236}">
                <a16:creationId xmlns:a16="http://schemas.microsoft.com/office/drawing/2014/main" id="{23FAAC12-5058-2D6A-40F0-4216247BD576}"/>
              </a:ext>
            </a:extLst>
          </p:cNvPr>
          <p:cNvSpPr txBox="1"/>
          <p:nvPr/>
        </p:nvSpPr>
        <p:spPr>
          <a:xfrm>
            <a:off x="580481" y="4593875"/>
            <a:ext cx="2295767" cy="840874"/>
          </a:xfrm>
          <a:prstGeom prst="rect">
            <a:avLst/>
          </a:prstGeom>
          <a:noFill/>
          <a:ln w="50800" cap="rnd" cmpd="sng">
            <a:solidFill>
              <a:srgbClr val="00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ct val="25000"/>
            </a:pPr>
            <a:r>
              <a:rPr lang="en-US" sz="2000" b="1" dirty="0">
                <a:latin typeface="Courier"/>
                <a:ea typeface="Arial" charset="0"/>
                <a:cs typeface="Arial" charset="0"/>
                <a:sym typeface="Cabin"/>
              </a:rPr>
              <a:t>print('LARGE')</a:t>
            </a:r>
          </a:p>
        </p:txBody>
      </p:sp>
      <p:cxnSp>
        <p:nvCxnSpPr>
          <p:cNvPr id="23" name="Shape 485">
            <a:extLst>
              <a:ext uri="{FF2B5EF4-FFF2-40B4-BE49-F238E27FC236}">
                <a16:creationId xmlns:a16="http://schemas.microsoft.com/office/drawing/2014/main" id="{DA9B456D-58EB-59EA-B738-DEC7E00641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rot="10800000" flipH="1">
            <a:off x="1754644" y="4353204"/>
            <a:ext cx="3178" cy="271154"/>
          </a:xfrm>
          <a:prstGeom prst="straightConnector1">
            <a:avLst/>
          </a:prstGeom>
          <a:noFill/>
          <a:ln w="63500" cap="rnd" cmpd="sng">
            <a:solidFill>
              <a:srgbClr val="0066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4" name="Shape 486">
            <a:extLst>
              <a:ext uri="{FF2B5EF4-FFF2-40B4-BE49-F238E27FC236}">
                <a16:creationId xmlns:a16="http://schemas.microsoft.com/office/drawing/2014/main" id="{9CBF1B6B-4EB0-DD9A-455E-24033CB420DF}"/>
              </a:ext>
            </a:extLst>
          </p:cNvPr>
          <p:cNvSpPr txBox="1"/>
          <p:nvPr/>
        </p:nvSpPr>
        <p:spPr>
          <a:xfrm>
            <a:off x="1075584" y="4186019"/>
            <a:ext cx="358359" cy="3700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ct val="25000"/>
            </a:pPr>
            <a:r>
              <a:rPr lang="en-US" sz="2000" b="1" dirty="0">
                <a:latin typeface="Courier"/>
                <a:ea typeface="Arial" charset="0"/>
                <a:cs typeface="Arial" charset="0"/>
                <a:sym typeface="Cabin"/>
              </a:rPr>
              <a:t>no</a:t>
            </a:r>
          </a:p>
        </p:txBody>
      </p:sp>
      <p:sp>
        <p:nvSpPr>
          <p:cNvPr id="25" name="Shape 405">
            <a:extLst>
              <a:ext uri="{FF2B5EF4-FFF2-40B4-BE49-F238E27FC236}">
                <a16:creationId xmlns:a16="http://schemas.microsoft.com/office/drawing/2014/main" id="{8C5371A3-E1FD-894A-276C-9375E6CAFFB3}"/>
              </a:ext>
            </a:extLst>
          </p:cNvPr>
          <p:cNvSpPr txBox="1"/>
          <p:nvPr/>
        </p:nvSpPr>
        <p:spPr>
          <a:xfrm>
            <a:off x="549927" y="999961"/>
            <a:ext cx="2382038" cy="663131"/>
          </a:xfrm>
          <a:prstGeom prst="rect">
            <a:avLst/>
          </a:prstGeom>
          <a:noFill/>
          <a:ln w="50800" cap="rnd" cmpd="sng">
            <a:solidFill>
              <a:srgbClr val="00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ct val="25000"/>
            </a:pPr>
            <a:r>
              <a:rPr lang="en-US" sz="2000" b="1" dirty="0">
                <a:latin typeface="Courier"/>
                <a:ea typeface="Arial" charset="0"/>
                <a:cs typeface="Arial" charset="0"/>
                <a:sym typeface="Cabin"/>
              </a:rPr>
              <a:t>x = 0</a:t>
            </a:r>
          </a:p>
        </p:txBody>
      </p:sp>
    </p:spTree>
    <p:extLst>
      <p:ext uri="{BB962C8B-B14F-4D97-AF65-F5344CB8AC3E}">
        <p14:creationId xmlns:p14="http://schemas.microsoft.com/office/powerpoint/2010/main" val="3594695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EE441-417B-263F-8E7D-44E218875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D555F-D60A-2DCF-A8B6-5A7B7E492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83071-5021-9627-9A4D-C2E42DF869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Clr>
                <a:srgbClr val="FFFF00"/>
              </a:buClr>
              <a:buSzPct val="25000"/>
            </a:pPr>
            <a:r>
              <a:rPr lang="en-US" b="1" dirty="0">
                <a:latin typeface="Courier"/>
                <a:ea typeface="Courier"/>
                <a:cs typeface="Courier"/>
                <a:sym typeface="Courier New"/>
              </a:rPr>
              <a:t>x = 5 </a:t>
            </a:r>
          </a:p>
          <a:p>
            <a:pPr>
              <a:buClr>
                <a:srgbClr val="FFFF00"/>
              </a:buClr>
              <a:buSzPct val="25000"/>
            </a:pPr>
            <a:r>
              <a:rPr lang="en-US" b="1" dirty="0">
                <a:latin typeface="Courier"/>
                <a:ea typeface="Courier"/>
                <a:cs typeface="Courier"/>
                <a:sym typeface="Courier New"/>
              </a:rPr>
              <a:t>if x &lt; 2 :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b="1" dirty="0">
                <a:latin typeface="Courier"/>
                <a:ea typeface="Courier"/>
                <a:cs typeface="Courier"/>
                <a:sym typeface="Courier New"/>
              </a:rPr>
              <a:t>    print('small')</a:t>
            </a:r>
          </a:p>
          <a:p>
            <a:pPr>
              <a:buClr>
                <a:srgbClr val="FFFF00"/>
              </a:buClr>
              <a:buSzPct val="25000"/>
            </a:pPr>
            <a:r>
              <a:rPr lang="en-US" b="1" dirty="0" err="1">
                <a:solidFill>
                  <a:srgbClr val="FF0000"/>
                </a:solidFill>
                <a:latin typeface="Courier"/>
                <a:sym typeface="Courier New"/>
              </a:rPr>
              <a:t>elif</a:t>
            </a:r>
            <a:r>
              <a:rPr lang="en-US" b="1" dirty="0">
                <a:solidFill>
                  <a:srgbClr val="FF0000"/>
                </a:solidFill>
                <a:latin typeface="Courier"/>
                <a:sym typeface="Courier New"/>
              </a:rPr>
              <a:t> x &lt; 10 :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b="1" dirty="0">
                <a:solidFill>
                  <a:srgbClr val="FF0000"/>
                </a:solidFill>
                <a:latin typeface="Courier"/>
                <a:sym typeface="Courier New"/>
              </a:rPr>
              <a:t>    print('Medium')</a:t>
            </a:r>
          </a:p>
          <a:p>
            <a:pPr>
              <a:buClr>
                <a:srgbClr val="FFFF00"/>
              </a:buClr>
              <a:buSzPct val="25000"/>
            </a:pPr>
            <a:r>
              <a:rPr lang="en-US" b="1" dirty="0">
                <a:latin typeface="Courier"/>
                <a:ea typeface="Courier"/>
                <a:cs typeface="Courier"/>
                <a:sym typeface="Courier New"/>
              </a:rPr>
              <a:t>else :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b="1" dirty="0">
                <a:latin typeface="Courier"/>
                <a:ea typeface="Courier"/>
                <a:cs typeface="Courier"/>
                <a:sym typeface="Courier New"/>
              </a:rPr>
              <a:t>    print('LARGE')</a:t>
            </a:r>
          </a:p>
          <a:p>
            <a:pPr lvl="0">
              <a:buClr>
                <a:srgbClr val="FFFF00"/>
              </a:buClr>
              <a:buSzPct val="25000"/>
            </a:pPr>
            <a:r>
              <a:rPr lang="en-US" b="1" dirty="0">
                <a:latin typeface="Courier"/>
                <a:ea typeface="Courier"/>
                <a:cs typeface="Courier"/>
                <a:sym typeface="Courier New"/>
              </a:rPr>
              <a:t>print('All done')</a:t>
            </a:r>
          </a:p>
        </p:txBody>
      </p:sp>
    </p:spTree>
    <p:extLst>
      <p:ext uri="{BB962C8B-B14F-4D97-AF65-F5344CB8AC3E}">
        <p14:creationId xmlns:p14="http://schemas.microsoft.com/office/powerpoint/2010/main" val="2133126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EB7DC-426F-6A13-075B-FFD309C01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ACB1C-54D0-6021-2BDE-CE35D8E1B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840" y="82440"/>
            <a:ext cx="8363712" cy="1233424"/>
          </a:xfrm>
        </p:spPr>
        <p:txBody>
          <a:bodyPr/>
          <a:lstStyle/>
          <a:p>
            <a:r>
              <a:rPr lang="en-US" dirty="0"/>
              <a:t>Conditional Statements</a:t>
            </a:r>
          </a:p>
        </p:txBody>
      </p:sp>
      <p:sp>
        <p:nvSpPr>
          <p:cNvPr id="3" name="Shape 467">
            <a:extLst>
              <a:ext uri="{FF2B5EF4-FFF2-40B4-BE49-F238E27FC236}">
                <a16:creationId xmlns:a16="http://schemas.microsoft.com/office/drawing/2014/main" id="{FB97CDED-8BE9-9BCF-1355-6D86A14AF892}"/>
              </a:ext>
            </a:extLst>
          </p:cNvPr>
          <p:cNvSpPr/>
          <p:nvPr/>
        </p:nvSpPr>
        <p:spPr>
          <a:xfrm>
            <a:off x="563663" y="2080618"/>
            <a:ext cx="2354567" cy="975557"/>
          </a:xfrm>
          <a:prstGeom prst="diamond">
            <a:avLst/>
          </a:prstGeom>
          <a:noFill/>
          <a:ln w="50800" cap="rnd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ct val="25000"/>
            </a:pPr>
            <a:r>
              <a:rPr lang="en-US" sz="2000" b="1" dirty="0">
                <a:latin typeface="Courier"/>
                <a:ea typeface="Arial" charset="0"/>
                <a:cs typeface="Arial" charset="0"/>
                <a:sym typeface="Cabin"/>
              </a:rPr>
              <a:t>x &lt; 2</a:t>
            </a:r>
          </a:p>
        </p:txBody>
      </p:sp>
      <p:sp>
        <p:nvSpPr>
          <p:cNvPr id="4" name="Shape 468">
            <a:extLst>
              <a:ext uri="{FF2B5EF4-FFF2-40B4-BE49-F238E27FC236}">
                <a16:creationId xmlns:a16="http://schemas.microsoft.com/office/drawing/2014/main" id="{17253043-1703-594E-13B9-AB8A4453CAD6}"/>
              </a:ext>
            </a:extLst>
          </p:cNvPr>
          <p:cNvSpPr txBox="1"/>
          <p:nvPr/>
        </p:nvSpPr>
        <p:spPr>
          <a:xfrm>
            <a:off x="3380813" y="2147893"/>
            <a:ext cx="2295767" cy="840874"/>
          </a:xfrm>
          <a:prstGeom prst="rect">
            <a:avLst/>
          </a:prstGeom>
          <a:noFill/>
          <a:ln w="50800" cap="rnd" cmpd="sng">
            <a:solidFill>
              <a:srgbClr val="00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ct val="25000"/>
            </a:pPr>
            <a:r>
              <a:rPr lang="en-US" sz="2000" b="1" dirty="0">
                <a:latin typeface="Courier"/>
                <a:ea typeface="Arial" charset="0"/>
                <a:cs typeface="Arial" charset="0"/>
                <a:sym typeface="Cabin"/>
              </a:rPr>
              <a:t>print('small')</a:t>
            </a:r>
          </a:p>
        </p:txBody>
      </p:sp>
      <p:cxnSp>
        <p:nvCxnSpPr>
          <p:cNvPr id="26" name="Shape 469">
            <a:extLst>
              <a:ext uri="{FF2B5EF4-FFF2-40B4-BE49-F238E27FC236}">
                <a16:creationId xmlns:a16="http://schemas.microsoft.com/office/drawing/2014/main" id="{A98854F9-B8C2-200A-0169-08BA7D155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rot="10800000">
            <a:off x="2956129" y="2570465"/>
            <a:ext cx="396301" cy="0"/>
          </a:xfrm>
          <a:prstGeom prst="straightConnector1">
            <a:avLst/>
          </a:prstGeom>
          <a:noFill/>
          <a:ln w="63500" cap="rnd" cmpd="sng">
            <a:solidFill>
              <a:srgbClr val="0066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7" name="Shape 470">
            <a:extLst>
              <a:ext uri="{FF2B5EF4-FFF2-40B4-BE49-F238E27FC236}">
                <a16:creationId xmlns:a16="http://schemas.microsoft.com/office/drawing/2014/main" id="{F5E8A000-B8AA-24BB-BE10-3DEA09EE0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rot="10800000" flipH="1">
            <a:off x="1787230" y="5535824"/>
            <a:ext cx="4296147" cy="68335"/>
          </a:xfrm>
          <a:prstGeom prst="straightConnector1">
            <a:avLst/>
          </a:prstGeom>
          <a:noFill/>
          <a:ln w="63500" cap="rnd" cmpd="sng">
            <a:solidFill>
              <a:srgbClr val="FF00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8" name="Shape 471">
            <a:extLst>
              <a:ext uri="{FF2B5EF4-FFF2-40B4-BE49-F238E27FC236}">
                <a16:creationId xmlns:a16="http://schemas.microsoft.com/office/drawing/2014/main" id="{9A2D45C4-328B-9F3D-A1D2-4438F651F1E5}"/>
              </a:ext>
            </a:extLst>
          </p:cNvPr>
          <p:cNvSpPr txBox="1"/>
          <p:nvPr/>
        </p:nvSpPr>
        <p:spPr>
          <a:xfrm>
            <a:off x="2508337" y="2017548"/>
            <a:ext cx="521449" cy="3700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ct val="25000"/>
            </a:pPr>
            <a:r>
              <a:rPr lang="en-US" sz="2000" b="1" dirty="0">
                <a:latin typeface="Courier"/>
                <a:ea typeface="Arial" charset="0"/>
                <a:cs typeface="Arial" charset="0"/>
                <a:sym typeface="Cabin"/>
              </a:rPr>
              <a:t>yes</a:t>
            </a:r>
          </a:p>
        </p:txBody>
      </p:sp>
      <p:sp>
        <p:nvSpPr>
          <p:cNvPr id="29" name="Shape 472">
            <a:extLst>
              <a:ext uri="{FF2B5EF4-FFF2-40B4-BE49-F238E27FC236}">
                <a16:creationId xmlns:a16="http://schemas.microsoft.com/office/drawing/2014/main" id="{82055677-F9A2-7F93-4B7B-0628A4F00509}"/>
              </a:ext>
            </a:extLst>
          </p:cNvPr>
          <p:cNvSpPr txBox="1"/>
          <p:nvPr/>
        </p:nvSpPr>
        <p:spPr>
          <a:xfrm>
            <a:off x="1210134" y="2993039"/>
            <a:ext cx="358359" cy="3700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ct val="25000"/>
            </a:pPr>
            <a:r>
              <a:rPr lang="en-US" sz="2000" b="1" dirty="0">
                <a:solidFill>
                  <a:srgbClr val="FF0000"/>
                </a:solidFill>
                <a:latin typeface="Courier"/>
                <a:ea typeface="Arial" charset="0"/>
                <a:cs typeface="Arial" charset="0"/>
                <a:sym typeface="Cabin"/>
              </a:rPr>
              <a:t>no</a:t>
            </a:r>
          </a:p>
        </p:txBody>
      </p:sp>
      <p:cxnSp>
        <p:nvCxnSpPr>
          <p:cNvPr id="30" name="Shape 473">
            <a:extLst>
              <a:ext uri="{FF2B5EF4-FFF2-40B4-BE49-F238E27FC236}">
                <a16:creationId xmlns:a16="http://schemas.microsoft.com/office/drawing/2014/main" id="{A6460CB9-E4BC-4D19-FBBC-03C1520C30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rot="10800000">
            <a:off x="6070772" y="2582044"/>
            <a:ext cx="25228" cy="2966401"/>
          </a:xfrm>
          <a:prstGeom prst="straightConnector1">
            <a:avLst/>
          </a:prstGeom>
          <a:noFill/>
          <a:ln w="63500" cap="rnd" cmpd="sng">
            <a:solidFill>
              <a:srgbClr val="0066FF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31" name="Shape 474">
            <a:extLst>
              <a:ext uri="{FF2B5EF4-FFF2-40B4-BE49-F238E27FC236}">
                <a16:creationId xmlns:a16="http://schemas.microsoft.com/office/drawing/2014/main" id="{56AD89F5-2E88-E3AD-6F87-950241F08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rot="10800000">
            <a:off x="1750414" y="1652846"/>
            <a:ext cx="3178" cy="455102"/>
          </a:xfrm>
          <a:prstGeom prst="straightConnector1">
            <a:avLst/>
          </a:prstGeom>
          <a:noFill/>
          <a:ln w="63500" cap="rnd" cmpd="sng">
            <a:solidFill>
              <a:srgbClr val="0066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2" name="Shape 475">
            <a:extLst>
              <a:ext uri="{FF2B5EF4-FFF2-40B4-BE49-F238E27FC236}">
                <a16:creationId xmlns:a16="http://schemas.microsoft.com/office/drawing/2014/main" id="{50EC226C-BE0C-3443-B7D5-B346A92E3E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rot="10800000" flipH="1">
            <a:off x="1753592" y="5423373"/>
            <a:ext cx="12515" cy="494036"/>
          </a:xfrm>
          <a:prstGeom prst="straightConnector1">
            <a:avLst/>
          </a:prstGeom>
          <a:noFill/>
          <a:ln w="63500" cap="rnd" cmpd="sng">
            <a:solidFill>
              <a:srgbClr val="0066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3" name="Shape 476">
            <a:extLst>
              <a:ext uri="{FF2B5EF4-FFF2-40B4-BE49-F238E27FC236}">
                <a16:creationId xmlns:a16="http://schemas.microsoft.com/office/drawing/2014/main" id="{9AD03537-BE80-7D36-B9C6-2A65FE24E5AD}"/>
              </a:ext>
            </a:extLst>
          </p:cNvPr>
          <p:cNvSpPr txBox="1"/>
          <p:nvPr/>
        </p:nvSpPr>
        <p:spPr>
          <a:xfrm>
            <a:off x="572072" y="5898488"/>
            <a:ext cx="2295767" cy="639049"/>
          </a:xfrm>
          <a:prstGeom prst="rect">
            <a:avLst/>
          </a:prstGeom>
          <a:noFill/>
          <a:ln w="50800" cap="rnd" cmpd="sng">
            <a:solidFill>
              <a:srgbClr val="00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ct val="25000"/>
            </a:pPr>
            <a:r>
              <a:rPr lang="en-US" sz="2000" b="1" dirty="0">
                <a:latin typeface="Courier"/>
                <a:ea typeface="Arial" charset="0"/>
                <a:cs typeface="Arial" charset="0"/>
                <a:sym typeface="Cabin"/>
              </a:rPr>
              <a:t>print('All done')</a:t>
            </a:r>
          </a:p>
        </p:txBody>
      </p:sp>
      <p:sp>
        <p:nvSpPr>
          <p:cNvPr id="34" name="Shape 477">
            <a:extLst>
              <a:ext uri="{FF2B5EF4-FFF2-40B4-BE49-F238E27FC236}">
                <a16:creationId xmlns:a16="http://schemas.microsoft.com/office/drawing/2014/main" id="{32E865F3-983C-4C5F-3E70-15BD75DB11EE}"/>
              </a:ext>
            </a:extLst>
          </p:cNvPr>
          <p:cNvSpPr/>
          <p:nvPr/>
        </p:nvSpPr>
        <p:spPr>
          <a:xfrm>
            <a:off x="555253" y="3367257"/>
            <a:ext cx="2354567" cy="975557"/>
          </a:xfrm>
          <a:prstGeom prst="diamond">
            <a:avLst/>
          </a:prstGeom>
          <a:noFill/>
          <a:ln w="50800" cap="rnd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ct val="25000"/>
            </a:pPr>
            <a:r>
              <a:rPr lang="en-US" sz="2000" b="1" dirty="0">
                <a:latin typeface="Courier"/>
                <a:ea typeface="Arial" charset="0"/>
                <a:cs typeface="Arial" charset="0"/>
                <a:sym typeface="Cabin"/>
              </a:rPr>
              <a:t>x &lt; 10</a:t>
            </a:r>
          </a:p>
        </p:txBody>
      </p:sp>
      <p:sp>
        <p:nvSpPr>
          <p:cNvPr id="35" name="Shape 478">
            <a:extLst>
              <a:ext uri="{FF2B5EF4-FFF2-40B4-BE49-F238E27FC236}">
                <a16:creationId xmlns:a16="http://schemas.microsoft.com/office/drawing/2014/main" id="{A01C97EA-E314-26E4-C89A-BA44CD87C0F1}"/>
              </a:ext>
            </a:extLst>
          </p:cNvPr>
          <p:cNvSpPr txBox="1"/>
          <p:nvPr/>
        </p:nvSpPr>
        <p:spPr>
          <a:xfrm>
            <a:off x="3372404" y="3434532"/>
            <a:ext cx="2295767" cy="840874"/>
          </a:xfrm>
          <a:prstGeom prst="rect">
            <a:avLst/>
          </a:prstGeom>
          <a:noFill/>
          <a:ln w="50800" cap="rnd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ct val="25000"/>
            </a:pPr>
            <a:r>
              <a:rPr lang="en-US" sz="2000" b="1" dirty="0">
                <a:latin typeface="Courier"/>
                <a:ea typeface="Arial" charset="0"/>
                <a:cs typeface="Arial" charset="0"/>
                <a:sym typeface="Cabin"/>
              </a:rPr>
              <a:t>print('Medium')</a:t>
            </a:r>
          </a:p>
        </p:txBody>
      </p:sp>
      <p:cxnSp>
        <p:nvCxnSpPr>
          <p:cNvPr id="36" name="Shape 479">
            <a:extLst>
              <a:ext uri="{FF2B5EF4-FFF2-40B4-BE49-F238E27FC236}">
                <a16:creationId xmlns:a16="http://schemas.microsoft.com/office/drawing/2014/main" id="{20C7ED0D-FE65-16D6-3457-699A7A86D8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rot="10800000">
            <a:off x="2947720" y="3857104"/>
            <a:ext cx="396301" cy="0"/>
          </a:xfrm>
          <a:prstGeom prst="straightConnector1">
            <a:avLst/>
          </a:prstGeom>
          <a:noFill/>
          <a:ln w="63500" cap="rnd" cmpd="sng">
            <a:solidFill>
              <a:srgbClr val="FF00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37" name="Shape 480">
            <a:extLst>
              <a:ext uri="{FF2B5EF4-FFF2-40B4-BE49-F238E27FC236}">
                <a16:creationId xmlns:a16="http://schemas.microsoft.com/office/drawing/2014/main" id="{8EB618BE-E1BC-A7CC-D8DF-98C0C2F48897}"/>
              </a:ext>
            </a:extLst>
          </p:cNvPr>
          <p:cNvSpPr txBox="1"/>
          <p:nvPr/>
        </p:nvSpPr>
        <p:spPr>
          <a:xfrm>
            <a:off x="2609249" y="3346233"/>
            <a:ext cx="579797" cy="3700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ct val="25000"/>
            </a:pPr>
            <a:r>
              <a:rPr lang="en-US" sz="2000" b="1" dirty="0">
                <a:solidFill>
                  <a:srgbClr val="FF0000"/>
                </a:solidFill>
                <a:latin typeface="Courier"/>
                <a:ea typeface="Arial" charset="0"/>
                <a:cs typeface="Arial" charset="0"/>
                <a:sym typeface="Cabin"/>
              </a:rPr>
              <a:t>yes</a:t>
            </a:r>
          </a:p>
        </p:txBody>
      </p:sp>
      <p:cxnSp>
        <p:nvCxnSpPr>
          <p:cNvPr id="38" name="Shape 481">
            <a:extLst>
              <a:ext uri="{FF2B5EF4-FFF2-40B4-BE49-F238E27FC236}">
                <a16:creationId xmlns:a16="http://schemas.microsoft.com/office/drawing/2014/main" id="{933A380F-6214-F746-C0D5-D9EC4F5D20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rot="10800000">
            <a:off x="5706006" y="2570465"/>
            <a:ext cx="396301" cy="0"/>
          </a:xfrm>
          <a:prstGeom prst="straightConnector1">
            <a:avLst/>
          </a:prstGeom>
          <a:noFill/>
          <a:ln w="63500" cap="rnd" cmpd="sng">
            <a:solidFill>
              <a:srgbClr val="0066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39" name="Shape 482">
            <a:extLst>
              <a:ext uri="{FF2B5EF4-FFF2-40B4-BE49-F238E27FC236}">
                <a16:creationId xmlns:a16="http://schemas.microsoft.com/office/drawing/2014/main" id="{B7195550-A91E-C602-169B-770359829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rot="10800000">
            <a:off x="5680777" y="3848695"/>
            <a:ext cx="396301" cy="0"/>
          </a:xfrm>
          <a:prstGeom prst="straightConnector1">
            <a:avLst/>
          </a:prstGeom>
          <a:noFill/>
          <a:ln w="63500" cap="rnd" cmpd="sng">
            <a:solidFill>
              <a:srgbClr val="FF0000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40" name="Shape 483">
            <a:extLst>
              <a:ext uri="{FF2B5EF4-FFF2-40B4-BE49-F238E27FC236}">
                <a16:creationId xmlns:a16="http://schemas.microsoft.com/office/drawing/2014/main" id="{20B4C890-A7C3-3D7F-A49B-672364F2FF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rot="10800000">
            <a:off x="1720012" y="3049710"/>
            <a:ext cx="993" cy="373259"/>
          </a:xfrm>
          <a:prstGeom prst="straightConnector1">
            <a:avLst/>
          </a:prstGeom>
          <a:noFill/>
          <a:ln w="63500" cap="rnd" cmpd="sng">
            <a:solidFill>
              <a:srgbClr val="FF00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1" name="Shape 484">
            <a:extLst>
              <a:ext uri="{FF2B5EF4-FFF2-40B4-BE49-F238E27FC236}">
                <a16:creationId xmlns:a16="http://schemas.microsoft.com/office/drawing/2014/main" id="{C586875B-4DD0-F21C-B3CD-D7B3285F23A3}"/>
              </a:ext>
            </a:extLst>
          </p:cNvPr>
          <p:cNvSpPr txBox="1"/>
          <p:nvPr/>
        </p:nvSpPr>
        <p:spPr>
          <a:xfrm>
            <a:off x="580481" y="4578212"/>
            <a:ext cx="2295767" cy="840874"/>
          </a:xfrm>
          <a:prstGeom prst="rect">
            <a:avLst/>
          </a:prstGeom>
          <a:noFill/>
          <a:ln w="50800" cap="rnd" cmpd="sng">
            <a:solidFill>
              <a:srgbClr val="00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ct val="25000"/>
            </a:pPr>
            <a:r>
              <a:rPr lang="en-US" sz="2000" b="1" dirty="0">
                <a:latin typeface="Courier"/>
                <a:ea typeface="Arial" charset="0"/>
                <a:cs typeface="Arial" charset="0"/>
                <a:sym typeface="Cabin"/>
              </a:rPr>
              <a:t>print('LARGE')</a:t>
            </a:r>
          </a:p>
        </p:txBody>
      </p:sp>
      <p:cxnSp>
        <p:nvCxnSpPr>
          <p:cNvPr id="42" name="Shape 485">
            <a:extLst>
              <a:ext uri="{FF2B5EF4-FFF2-40B4-BE49-F238E27FC236}">
                <a16:creationId xmlns:a16="http://schemas.microsoft.com/office/drawing/2014/main" id="{2B6E7EC7-D931-F819-1CE0-24D9A31A6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rot="10800000" flipH="1">
            <a:off x="1754644" y="4337541"/>
            <a:ext cx="3178" cy="271154"/>
          </a:xfrm>
          <a:prstGeom prst="straightConnector1">
            <a:avLst/>
          </a:prstGeom>
          <a:noFill/>
          <a:ln w="63500" cap="rnd" cmpd="sng">
            <a:solidFill>
              <a:srgbClr val="0066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43" name="Shape 486">
            <a:extLst>
              <a:ext uri="{FF2B5EF4-FFF2-40B4-BE49-F238E27FC236}">
                <a16:creationId xmlns:a16="http://schemas.microsoft.com/office/drawing/2014/main" id="{41DBC997-C398-7588-71AF-A4441B03EF9C}"/>
              </a:ext>
            </a:extLst>
          </p:cNvPr>
          <p:cNvSpPr txBox="1"/>
          <p:nvPr/>
        </p:nvSpPr>
        <p:spPr>
          <a:xfrm>
            <a:off x="1075584" y="4170356"/>
            <a:ext cx="358359" cy="3700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ct val="25000"/>
            </a:pPr>
            <a:r>
              <a:rPr lang="en-US" sz="2000" b="1" dirty="0">
                <a:latin typeface="Courier"/>
                <a:ea typeface="Arial" charset="0"/>
                <a:cs typeface="Arial" charset="0"/>
                <a:sym typeface="Cabin"/>
              </a:rPr>
              <a:t>no</a:t>
            </a:r>
          </a:p>
        </p:txBody>
      </p:sp>
      <p:sp>
        <p:nvSpPr>
          <p:cNvPr id="44" name="Shape 405">
            <a:extLst>
              <a:ext uri="{FF2B5EF4-FFF2-40B4-BE49-F238E27FC236}">
                <a16:creationId xmlns:a16="http://schemas.microsoft.com/office/drawing/2014/main" id="{D4B79E19-4C00-4059-9788-6DBFB7127517}"/>
              </a:ext>
            </a:extLst>
          </p:cNvPr>
          <p:cNvSpPr txBox="1"/>
          <p:nvPr/>
        </p:nvSpPr>
        <p:spPr>
          <a:xfrm>
            <a:off x="549927" y="984298"/>
            <a:ext cx="2382038" cy="663131"/>
          </a:xfrm>
          <a:prstGeom prst="rect">
            <a:avLst/>
          </a:prstGeom>
          <a:noFill/>
          <a:ln w="50800" cap="rnd" cmpd="sng">
            <a:solidFill>
              <a:srgbClr val="00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ct val="25000"/>
            </a:pPr>
            <a:r>
              <a:rPr lang="en-US" sz="2000" b="1" dirty="0">
                <a:latin typeface="Courier"/>
                <a:ea typeface="Arial" charset="0"/>
                <a:cs typeface="Arial" charset="0"/>
                <a:sym typeface="Cabin"/>
              </a:rPr>
              <a:t>x = 5</a:t>
            </a:r>
          </a:p>
        </p:txBody>
      </p:sp>
      <p:cxnSp>
        <p:nvCxnSpPr>
          <p:cNvPr id="45" name="Shape 473">
            <a:extLst>
              <a:ext uri="{FF2B5EF4-FFF2-40B4-BE49-F238E27FC236}">
                <a16:creationId xmlns:a16="http://schemas.microsoft.com/office/drawing/2014/main" id="{E423834E-3B85-9A08-EA33-BC6686F61E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 flipV="1">
            <a:off x="6075790" y="3848694"/>
            <a:ext cx="16819" cy="1699751"/>
          </a:xfrm>
          <a:prstGeom prst="straightConnector1">
            <a:avLst/>
          </a:prstGeom>
          <a:noFill/>
          <a:ln w="63500" cap="rnd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81495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9E08F-1AD5-7FEA-92FA-6A81BC68C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B2E25-2232-9950-C383-F09962F8D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573B9-5021-1BF4-AEAC-D66979CF0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Clr>
                <a:srgbClr val="FFFF00"/>
              </a:buClr>
              <a:buSzPct val="25000"/>
            </a:pPr>
            <a:r>
              <a:rPr lang="en-US" b="1" dirty="0">
                <a:latin typeface="Courier"/>
                <a:ea typeface="Courier"/>
                <a:cs typeface="Courier"/>
                <a:sym typeface="Courier New"/>
              </a:rPr>
              <a:t>x = 20 </a:t>
            </a:r>
          </a:p>
          <a:p>
            <a:pPr>
              <a:buClr>
                <a:srgbClr val="FFFF00"/>
              </a:buClr>
              <a:buSzPct val="25000"/>
            </a:pPr>
            <a:r>
              <a:rPr lang="en-US" b="1" dirty="0">
                <a:latin typeface="Courier"/>
                <a:ea typeface="Courier"/>
                <a:cs typeface="Courier"/>
                <a:sym typeface="Courier New"/>
              </a:rPr>
              <a:t>if x &lt; 2 :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b="1" dirty="0">
                <a:latin typeface="Courier"/>
                <a:ea typeface="Courier"/>
                <a:cs typeface="Courier"/>
                <a:sym typeface="Courier New"/>
              </a:rPr>
              <a:t>    print('small')</a:t>
            </a:r>
          </a:p>
          <a:p>
            <a:pPr>
              <a:buClr>
                <a:srgbClr val="FFFF00"/>
              </a:buClr>
              <a:buSzPct val="25000"/>
            </a:pPr>
            <a:r>
              <a:rPr lang="en-US" b="1" dirty="0" err="1">
                <a:latin typeface="Courier"/>
                <a:sym typeface="Courier New"/>
              </a:rPr>
              <a:t>elif</a:t>
            </a:r>
            <a:r>
              <a:rPr lang="en-US" b="1" dirty="0">
                <a:latin typeface="Courier"/>
                <a:sym typeface="Courier New"/>
              </a:rPr>
              <a:t> x &lt; 10 :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b="1" dirty="0">
                <a:latin typeface="Courier"/>
                <a:sym typeface="Courier New"/>
              </a:rPr>
              <a:t>    print('Medium')</a:t>
            </a:r>
          </a:p>
          <a:p>
            <a:pPr>
              <a:buClr>
                <a:srgbClr val="FFFF00"/>
              </a:buClr>
              <a:buSzPct val="25000"/>
            </a:pPr>
            <a:r>
              <a:rPr lang="en-US" b="1" dirty="0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 New"/>
              </a:rPr>
              <a:t>else :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b="1" dirty="0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 New"/>
              </a:rPr>
              <a:t>    print('LARGE')</a:t>
            </a:r>
          </a:p>
          <a:p>
            <a:pPr lvl="0">
              <a:buClr>
                <a:srgbClr val="FFFF00"/>
              </a:buClr>
              <a:buSzPct val="25000"/>
            </a:pPr>
            <a:r>
              <a:rPr lang="en-US" b="1" dirty="0">
                <a:latin typeface="Courier"/>
                <a:ea typeface="Courier"/>
                <a:cs typeface="Courier"/>
                <a:sym typeface="Courier New"/>
              </a:rPr>
              <a:t>print('All done')</a:t>
            </a:r>
          </a:p>
        </p:txBody>
      </p:sp>
    </p:spTree>
    <p:extLst>
      <p:ext uri="{BB962C8B-B14F-4D97-AF65-F5344CB8AC3E}">
        <p14:creationId xmlns:p14="http://schemas.microsoft.com/office/powerpoint/2010/main" val="2520614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941B0-C4CE-9C5D-9F47-EF16E12CF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8D8C5-E981-0F43-57E7-D4D1DF12E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840" y="82440"/>
            <a:ext cx="8363712" cy="1233424"/>
          </a:xfrm>
        </p:spPr>
        <p:txBody>
          <a:bodyPr/>
          <a:lstStyle/>
          <a:p>
            <a:r>
              <a:rPr lang="en-US" dirty="0"/>
              <a:t>Conditional Statements</a:t>
            </a:r>
          </a:p>
        </p:txBody>
      </p:sp>
      <p:sp>
        <p:nvSpPr>
          <p:cNvPr id="5" name="Shape 467">
            <a:extLst>
              <a:ext uri="{FF2B5EF4-FFF2-40B4-BE49-F238E27FC236}">
                <a16:creationId xmlns:a16="http://schemas.microsoft.com/office/drawing/2014/main" id="{0E9E0DA5-B9E8-DECA-3D13-115CDB8D29B0}"/>
              </a:ext>
            </a:extLst>
          </p:cNvPr>
          <p:cNvSpPr/>
          <p:nvPr/>
        </p:nvSpPr>
        <p:spPr>
          <a:xfrm>
            <a:off x="703810" y="2080618"/>
            <a:ext cx="2354567" cy="975557"/>
          </a:xfrm>
          <a:prstGeom prst="diamond">
            <a:avLst/>
          </a:prstGeom>
          <a:noFill/>
          <a:ln w="50800" cap="rnd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ct val="25000"/>
            </a:pPr>
            <a:r>
              <a:rPr lang="en-US" sz="2000" b="1" dirty="0">
                <a:latin typeface="Courier"/>
                <a:ea typeface="Arial" charset="0"/>
                <a:cs typeface="Arial" charset="0"/>
                <a:sym typeface="Cabin"/>
              </a:rPr>
              <a:t>x &lt; 2</a:t>
            </a:r>
          </a:p>
        </p:txBody>
      </p:sp>
      <p:sp>
        <p:nvSpPr>
          <p:cNvPr id="6" name="Shape 468">
            <a:extLst>
              <a:ext uri="{FF2B5EF4-FFF2-40B4-BE49-F238E27FC236}">
                <a16:creationId xmlns:a16="http://schemas.microsoft.com/office/drawing/2014/main" id="{E49AD2EF-4BF3-BECF-F1BA-6C819DF30D60}"/>
              </a:ext>
            </a:extLst>
          </p:cNvPr>
          <p:cNvSpPr txBox="1"/>
          <p:nvPr/>
        </p:nvSpPr>
        <p:spPr>
          <a:xfrm>
            <a:off x="3520960" y="2147893"/>
            <a:ext cx="2295767" cy="840874"/>
          </a:xfrm>
          <a:prstGeom prst="rect">
            <a:avLst/>
          </a:prstGeom>
          <a:noFill/>
          <a:ln w="50800" cap="rnd" cmpd="sng">
            <a:solidFill>
              <a:srgbClr val="00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ct val="25000"/>
            </a:pPr>
            <a:r>
              <a:rPr lang="en-US" sz="2000" b="1" dirty="0">
                <a:latin typeface="Courier"/>
                <a:ea typeface="Arial" charset="0"/>
                <a:cs typeface="Arial" charset="0"/>
                <a:sym typeface="Cabin"/>
              </a:rPr>
              <a:t>print('small')</a:t>
            </a:r>
          </a:p>
        </p:txBody>
      </p:sp>
      <p:cxnSp>
        <p:nvCxnSpPr>
          <p:cNvPr id="7" name="Shape 469">
            <a:extLst>
              <a:ext uri="{FF2B5EF4-FFF2-40B4-BE49-F238E27FC236}">
                <a16:creationId xmlns:a16="http://schemas.microsoft.com/office/drawing/2014/main" id="{A1DDBCEE-EDF2-D5A4-130A-24199480D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rot="10800000">
            <a:off x="3096276" y="2570465"/>
            <a:ext cx="396301" cy="0"/>
          </a:xfrm>
          <a:prstGeom prst="straightConnector1">
            <a:avLst/>
          </a:prstGeom>
          <a:noFill/>
          <a:ln w="63500" cap="rnd" cmpd="sng">
            <a:solidFill>
              <a:srgbClr val="0066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8" name="Shape 470">
            <a:extLst>
              <a:ext uri="{FF2B5EF4-FFF2-40B4-BE49-F238E27FC236}">
                <a16:creationId xmlns:a16="http://schemas.microsoft.com/office/drawing/2014/main" id="{19D32297-E249-F31B-6425-4E0DE74F72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rot="10800000" flipH="1">
            <a:off x="1927377" y="5535824"/>
            <a:ext cx="4296147" cy="68335"/>
          </a:xfrm>
          <a:prstGeom prst="straightConnector1">
            <a:avLst/>
          </a:prstGeom>
          <a:noFill/>
          <a:ln w="63500" cap="rnd" cmpd="sng">
            <a:solidFill>
              <a:srgbClr val="0066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9" name="Shape 471">
            <a:extLst>
              <a:ext uri="{FF2B5EF4-FFF2-40B4-BE49-F238E27FC236}">
                <a16:creationId xmlns:a16="http://schemas.microsoft.com/office/drawing/2014/main" id="{06D2A76D-0007-15C8-E4CA-E9D464F2C615}"/>
              </a:ext>
            </a:extLst>
          </p:cNvPr>
          <p:cNvSpPr txBox="1"/>
          <p:nvPr/>
        </p:nvSpPr>
        <p:spPr>
          <a:xfrm>
            <a:off x="2648484" y="2017548"/>
            <a:ext cx="521449" cy="3700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ct val="25000"/>
            </a:pPr>
            <a:r>
              <a:rPr lang="en-US" sz="2000" b="1" dirty="0">
                <a:latin typeface="Courier"/>
                <a:ea typeface="Arial" charset="0"/>
                <a:cs typeface="Arial" charset="0"/>
                <a:sym typeface="Cabin"/>
              </a:rPr>
              <a:t>yes</a:t>
            </a:r>
          </a:p>
        </p:txBody>
      </p:sp>
      <p:sp>
        <p:nvSpPr>
          <p:cNvPr id="10" name="Shape 472">
            <a:extLst>
              <a:ext uri="{FF2B5EF4-FFF2-40B4-BE49-F238E27FC236}">
                <a16:creationId xmlns:a16="http://schemas.microsoft.com/office/drawing/2014/main" id="{2B769F49-EC14-4E94-CFE2-A1AC0DF3728E}"/>
              </a:ext>
            </a:extLst>
          </p:cNvPr>
          <p:cNvSpPr txBox="1"/>
          <p:nvPr/>
        </p:nvSpPr>
        <p:spPr>
          <a:xfrm>
            <a:off x="1350281" y="2993039"/>
            <a:ext cx="358359" cy="3700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ct val="25000"/>
            </a:pPr>
            <a:r>
              <a:rPr lang="en-US" sz="2000" b="1" dirty="0">
                <a:solidFill>
                  <a:srgbClr val="FF0000"/>
                </a:solidFill>
                <a:latin typeface="Courier"/>
                <a:ea typeface="Arial" charset="0"/>
                <a:cs typeface="Arial" charset="0"/>
                <a:sym typeface="Cabin"/>
              </a:rPr>
              <a:t>no</a:t>
            </a:r>
          </a:p>
        </p:txBody>
      </p:sp>
      <p:cxnSp>
        <p:nvCxnSpPr>
          <p:cNvPr id="11" name="Shape 473">
            <a:extLst>
              <a:ext uri="{FF2B5EF4-FFF2-40B4-BE49-F238E27FC236}">
                <a16:creationId xmlns:a16="http://schemas.microsoft.com/office/drawing/2014/main" id="{04EF6AF5-63F8-0663-8068-0BE760D3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rot="10800000">
            <a:off x="6210919" y="2582044"/>
            <a:ext cx="25228" cy="2966401"/>
          </a:xfrm>
          <a:prstGeom prst="straightConnector1">
            <a:avLst/>
          </a:prstGeom>
          <a:noFill/>
          <a:ln w="63500" cap="rnd" cmpd="sng">
            <a:solidFill>
              <a:srgbClr val="0066FF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12" name="Shape 474">
            <a:extLst>
              <a:ext uri="{FF2B5EF4-FFF2-40B4-BE49-F238E27FC236}">
                <a16:creationId xmlns:a16="http://schemas.microsoft.com/office/drawing/2014/main" id="{6CE8E3C1-FA6A-25D4-9805-B2D329CC7B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rot="10800000">
            <a:off x="1890561" y="1652846"/>
            <a:ext cx="3178" cy="455102"/>
          </a:xfrm>
          <a:prstGeom prst="straightConnector1">
            <a:avLst/>
          </a:prstGeom>
          <a:noFill/>
          <a:ln w="63500" cap="rnd" cmpd="sng">
            <a:solidFill>
              <a:srgbClr val="0066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13" name="Shape 476">
            <a:extLst>
              <a:ext uri="{FF2B5EF4-FFF2-40B4-BE49-F238E27FC236}">
                <a16:creationId xmlns:a16="http://schemas.microsoft.com/office/drawing/2014/main" id="{FA8B24C6-1CF3-A5A7-0EC6-49F5C2A62283}"/>
              </a:ext>
            </a:extLst>
          </p:cNvPr>
          <p:cNvSpPr txBox="1"/>
          <p:nvPr/>
        </p:nvSpPr>
        <p:spPr>
          <a:xfrm>
            <a:off x="712219" y="5898488"/>
            <a:ext cx="2295767" cy="639049"/>
          </a:xfrm>
          <a:prstGeom prst="rect">
            <a:avLst/>
          </a:prstGeom>
          <a:noFill/>
          <a:ln w="50800" cap="rnd" cmpd="sng">
            <a:solidFill>
              <a:srgbClr val="00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ct val="25000"/>
            </a:pPr>
            <a:r>
              <a:rPr lang="en-US" sz="2000" b="1" dirty="0">
                <a:latin typeface="Courier"/>
                <a:ea typeface="Arial" charset="0"/>
                <a:cs typeface="Arial" charset="0"/>
                <a:sym typeface="Cabin"/>
              </a:rPr>
              <a:t>print('All done')</a:t>
            </a:r>
          </a:p>
        </p:txBody>
      </p:sp>
      <p:sp>
        <p:nvSpPr>
          <p:cNvPr id="14" name="Shape 477">
            <a:extLst>
              <a:ext uri="{FF2B5EF4-FFF2-40B4-BE49-F238E27FC236}">
                <a16:creationId xmlns:a16="http://schemas.microsoft.com/office/drawing/2014/main" id="{8508EB17-FCEB-19AD-F5F9-18F43F97B3D6}"/>
              </a:ext>
            </a:extLst>
          </p:cNvPr>
          <p:cNvSpPr/>
          <p:nvPr/>
        </p:nvSpPr>
        <p:spPr>
          <a:xfrm>
            <a:off x="695400" y="3367257"/>
            <a:ext cx="2354567" cy="975557"/>
          </a:xfrm>
          <a:prstGeom prst="diamond">
            <a:avLst/>
          </a:prstGeom>
          <a:noFill/>
          <a:ln w="50800" cap="rnd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ct val="25000"/>
            </a:pPr>
            <a:r>
              <a:rPr lang="en-US" sz="2000" b="1" dirty="0">
                <a:latin typeface="Courier"/>
                <a:ea typeface="Arial" charset="0"/>
                <a:cs typeface="Arial" charset="0"/>
                <a:sym typeface="Cabin"/>
              </a:rPr>
              <a:t>x &lt; 10</a:t>
            </a:r>
          </a:p>
        </p:txBody>
      </p:sp>
      <p:sp>
        <p:nvSpPr>
          <p:cNvPr id="15" name="Shape 478">
            <a:extLst>
              <a:ext uri="{FF2B5EF4-FFF2-40B4-BE49-F238E27FC236}">
                <a16:creationId xmlns:a16="http://schemas.microsoft.com/office/drawing/2014/main" id="{77078D0E-82E6-F7E2-916D-8D8B347EF65B}"/>
              </a:ext>
            </a:extLst>
          </p:cNvPr>
          <p:cNvSpPr txBox="1"/>
          <p:nvPr/>
        </p:nvSpPr>
        <p:spPr>
          <a:xfrm>
            <a:off x="3512551" y="3434532"/>
            <a:ext cx="2295767" cy="840874"/>
          </a:xfrm>
          <a:prstGeom prst="rect">
            <a:avLst/>
          </a:prstGeom>
          <a:noFill/>
          <a:ln w="50800" cap="rnd" cmpd="sng">
            <a:solidFill>
              <a:srgbClr val="00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ct val="25000"/>
            </a:pPr>
            <a:r>
              <a:rPr lang="en-US" sz="2000" b="1" dirty="0">
                <a:latin typeface="Courier"/>
                <a:ea typeface="Arial" charset="0"/>
                <a:cs typeface="Arial" charset="0"/>
                <a:sym typeface="Cabin"/>
              </a:rPr>
              <a:t>print('Medium')</a:t>
            </a:r>
          </a:p>
        </p:txBody>
      </p:sp>
      <p:cxnSp>
        <p:nvCxnSpPr>
          <p:cNvPr id="16" name="Shape 479">
            <a:extLst>
              <a:ext uri="{FF2B5EF4-FFF2-40B4-BE49-F238E27FC236}">
                <a16:creationId xmlns:a16="http://schemas.microsoft.com/office/drawing/2014/main" id="{07D04499-2FCC-BAF2-F84A-E58DA47AC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rot="10800000">
            <a:off x="3087867" y="3857104"/>
            <a:ext cx="396301" cy="0"/>
          </a:xfrm>
          <a:prstGeom prst="straightConnector1">
            <a:avLst/>
          </a:prstGeom>
          <a:noFill/>
          <a:ln w="63500" cap="rnd" cmpd="sng">
            <a:solidFill>
              <a:srgbClr val="0066FF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17" name="Shape 480">
            <a:extLst>
              <a:ext uri="{FF2B5EF4-FFF2-40B4-BE49-F238E27FC236}">
                <a16:creationId xmlns:a16="http://schemas.microsoft.com/office/drawing/2014/main" id="{7916604E-6B77-EBFA-1F24-7C267AFF0743}"/>
              </a:ext>
            </a:extLst>
          </p:cNvPr>
          <p:cNvSpPr txBox="1"/>
          <p:nvPr/>
        </p:nvSpPr>
        <p:spPr>
          <a:xfrm>
            <a:off x="2749396" y="3346233"/>
            <a:ext cx="579797" cy="3700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ct val="25000"/>
            </a:pPr>
            <a:r>
              <a:rPr lang="en-US" sz="2000" b="1" dirty="0">
                <a:latin typeface="Courier"/>
                <a:ea typeface="Arial" charset="0"/>
                <a:cs typeface="Arial" charset="0"/>
                <a:sym typeface="Cabin"/>
              </a:rPr>
              <a:t>yes</a:t>
            </a:r>
          </a:p>
        </p:txBody>
      </p:sp>
      <p:cxnSp>
        <p:nvCxnSpPr>
          <p:cNvPr id="18" name="Shape 481">
            <a:extLst>
              <a:ext uri="{FF2B5EF4-FFF2-40B4-BE49-F238E27FC236}">
                <a16:creationId xmlns:a16="http://schemas.microsoft.com/office/drawing/2014/main" id="{36C49033-7093-C2BE-3BBF-439D9EA26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rot="10800000">
            <a:off x="5846153" y="2570465"/>
            <a:ext cx="396301" cy="0"/>
          </a:xfrm>
          <a:prstGeom prst="straightConnector1">
            <a:avLst/>
          </a:prstGeom>
          <a:noFill/>
          <a:ln w="63500" cap="rnd" cmpd="sng">
            <a:solidFill>
              <a:srgbClr val="0066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19" name="Shape 482">
            <a:extLst>
              <a:ext uri="{FF2B5EF4-FFF2-40B4-BE49-F238E27FC236}">
                <a16:creationId xmlns:a16="http://schemas.microsoft.com/office/drawing/2014/main" id="{58A88E82-AE70-399B-F369-950DC810C7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rot="10800000">
            <a:off x="5820924" y="3848695"/>
            <a:ext cx="396301" cy="0"/>
          </a:xfrm>
          <a:prstGeom prst="straightConnector1">
            <a:avLst/>
          </a:prstGeom>
          <a:noFill/>
          <a:ln w="63500" cap="rnd" cmpd="sng">
            <a:solidFill>
              <a:srgbClr val="0066FF"/>
            </a:solidFill>
            <a:prstDash val="solid"/>
            <a:miter/>
            <a:headEnd type="stealth" w="med" len="med"/>
            <a:tailEnd type="none" w="med" len="med"/>
          </a:ln>
        </p:spPr>
      </p:cxnSp>
      <p:cxnSp>
        <p:nvCxnSpPr>
          <p:cNvPr id="20" name="Shape 483">
            <a:extLst>
              <a:ext uri="{FF2B5EF4-FFF2-40B4-BE49-F238E27FC236}">
                <a16:creationId xmlns:a16="http://schemas.microsoft.com/office/drawing/2014/main" id="{BCE3C1C7-E5A1-1AD3-4A33-7FFBBEBB14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rot="10800000">
            <a:off x="1860159" y="3049710"/>
            <a:ext cx="993" cy="373259"/>
          </a:xfrm>
          <a:prstGeom prst="straightConnector1">
            <a:avLst/>
          </a:prstGeom>
          <a:noFill/>
          <a:ln w="63500" cap="rnd" cmpd="sng">
            <a:solidFill>
              <a:srgbClr val="FF00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1" name="Shape 484">
            <a:extLst>
              <a:ext uri="{FF2B5EF4-FFF2-40B4-BE49-F238E27FC236}">
                <a16:creationId xmlns:a16="http://schemas.microsoft.com/office/drawing/2014/main" id="{02AD4BC6-862F-08D0-43F0-042652AD9ACF}"/>
              </a:ext>
            </a:extLst>
          </p:cNvPr>
          <p:cNvSpPr txBox="1"/>
          <p:nvPr/>
        </p:nvSpPr>
        <p:spPr>
          <a:xfrm>
            <a:off x="720628" y="4578212"/>
            <a:ext cx="2295767" cy="840874"/>
          </a:xfrm>
          <a:prstGeom prst="rect">
            <a:avLst/>
          </a:prstGeom>
          <a:noFill/>
          <a:ln w="50800" cap="rnd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ct val="25000"/>
            </a:pPr>
            <a:r>
              <a:rPr lang="en-US" sz="2000" b="1" dirty="0">
                <a:latin typeface="Courier"/>
                <a:ea typeface="Arial" charset="0"/>
                <a:cs typeface="Arial" charset="0"/>
                <a:sym typeface="Cabin"/>
              </a:rPr>
              <a:t>print('LARGE')</a:t>
            </a:r>
          </a:p>
        </p:txBody>
      </p:sp>
      <p:cxnSp>
        <p:nvCxnSpPr>
          <p:cNvPr id="22" name="Shape 485">
            <a:extLst>
              <a:ext uri="{FF2B5EF4-FFF2-40B4-BE49-F238E27FC236}">
                <a16:creationId xmlns:a16="http://schemas.microsoft.com/office/drawing/2014/main" id="{5B519693-6EA1-1538-7E9B-3249D24B85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rot="10800000" flipH="1">
            <a:off x="1894791" y="4337541"/>
            <a:ext cx="3178" cy="271154"/>
          </a:xfrm>
          <a:prstGeom prst="straightConnector1">
            <a:avLst/>
          </a:prstGeom>
          <a:noFill/>
          <a:ln w="63500" cap="rnd" cmpd="sng">
            <a:solidFill>
              <a:srgbClr val="FF0000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3" name="Shape 486">
            <a:extLst>
              <a:ext uri="{FF2B5EF4-FFF2-40B4-BE49-F238E27FC236}">
                <a16:creationId xmlns:a16="http://schemas.microsoft.com/office/drawing/2014/main" id="{46D2FCEB-E7C5-CDF3-5775-10E94F4F18D8}"/>
              </a:ext>
            </a:extLst>
          </p:cNvPr>
          <p:cNvSpPr txBox="1"/>
          <p:nvPr/>
        </p:nvSpPr>
        <p:spPr>
          <a:xfrm>
            <a:off x="1215731" y="4170356"/>
            <a:ext cx="358359" cy="3700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ct val="25000"/>
            </a:pPr>
            <a:r>
              <a:rPr lang="en-US" sz="2000" b="1" dirty="0">
                <a:solidFill>
                  <a:srgbClr val="FF0000"/>
                </a:solidFill>
                <a:latin typeface="Courier"/>
                <a:ea typeface="Arial" charset="0"/>
                <a:cs typeface="Arial" charset="0"/>
                <a:sym typeface="Cabin"/>
              </a:rPr>
              <a:t>no</a:t>
            </a:r>
          </a:p>
        </p:txBody>
      </p:sp>
      <p:sp>
        <p:nvSpPr>
          <p:cNvPr id="24" name="Shape 405">
            <a:extLst>
              <a:ext uri="{FF2B5EF4-FFF2-40B4-BE49-F238E27FC236}">
                <a16:creationId xmlns:a16="http://schemas.microsoft.com/office/drawing/2014/main" id="{F30628E6-5BB0-2EDC-29CA-8D610AEF8FAB}"/>
              </a:ext>
            </a:extLst>
          </p:cNvPr>
          <p:cNvSpPr txBox="1"/>
          <p:nvPr/>
        </p:nvSpPr>
        <p:spPr>
          <a:xfrm>
            <a:off x="690074" y="984298"/>
            <a:ext cx="2382038" cy="663131"/>
          </a:xfrm>
          <a:prstGeom prst="rect">
            <a:avLst/>
          </a:prstGeom>
          <a:noFill/>
          <a:ln w="50800" cap="rnd" cmpd="sng">
            <a:solidFill>
              <a:srgbClr val="0066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algn="ctr">
              <a:buClr>
                <a:schemeClr val="lt1"/>
              </a:buClr>
              <a:buSzPct val="25000"/>
            </a:pPr>
            <a:r>
              <a:rPr lang="en-US" sz="2000" b="1" dirty="0">
                <a:latin typeface="Courier"/>
                <a:ea typeface="Arial" charset="0"/>
                <a:cs typeface="Arial" charset="0"/>
                <a:sym typeface="Cabin"/>
              </a:rPr>
              <a:t>x = 20</a:t>
            </a:r>
          </a:p>
        </p:txBody>
      </p:sp>
      <p:cxnSp>
        <p:nvCxnSpPr>
          <p:cNvPr id="25" name="Shape 475">
            <a:extLst>
              <a:ext uri="{FF2B5EF4-FFF2-40B4-BE49-F238E27FC236}">
                <a16:creationId xmlns:a16="http://schemas.microsoft.com/office/drawing/2014/main" id="{51DF35F6-1E17-E1B5-CFB3-963B02FA5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rot="10800000" flipH="1">
            <a:off x="1893739" y="5423373"/>
            <a:ext cx="12515" cy="494036"/>
          </a:xfrm>
          <a:prstGeom prst="straightConnector1">
            <a:avLst/>
          </a:prstGeom>
          <a:noFill/>
          <a:ln w="63500" cap="rnd" cmpd="sng">
            <a:solidFill>
              <a:srgbClr val="FF0000"/>
            </a:solidFill>
            <a:prstDash val="solid"/>
            <a:miter/>
            <a:headEnd type="stealth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061788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12313-9575-4D08-A960-2BA47B7BA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121" y="1853383"/>
            <a:ext cx="2263896" cy="2105969"/>
          </a:xfrm>
        </p:spPr>
        <p:txBody>
          <a:bodyPr>
            <a:normAutofit/>
          </a:bodyPr>
          <a:lstStyle/>
          <a:p>
            <a:pPr marL="622300" lvl="1" indent="0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Pct val="100000"/>
              <a:buNone/>
            </a:pPr>
            <a:r>
              <a:rPr lang="en-US" sz="4400" b="1" dirty="0">
                <a:solidFill>
                  <a:srgbClr val="FF33CC"/>
                </a:solidFill>
                <a:latin typeface="Courier"/>
                <a:cs typeface="Arial"/>
                <a:sym typeface="Cabin"/>
              </a:rPr>
              <a:t>and</a:t>
            </a:r>
            <a:endParaRPr lang="en-US" sz="4400" b="1" dirty="0">
              <a:solidFill>
                <a:srgbClr val="FF33CC"/>
              </a:solidFill>
              <a:latin typeface="Courier"/>
              <a:cs typeface="Arial"/>
            </a:endParaRPr>
          </a:p>
          <a:p>
            <a:pPr marL="622300" lvl="1" indent="0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Pct val="100000"/>
              <a:buNone/>
            </a:pPr>
            <a:r>
              <a:rPr lang="en-US" sz="4400" b="1" dirty="0">
                <a:solidFill>
                  <a:srgbClr val="FF33CC"/>
                </a:solidFill>
                <a:latin typeface="Courier"/>
                <a:cs typeface="Arial"/>
                <a:sym typeface="Cabin"/>
              </a:rPr>
              <a:t>or</a:t>
            </a:r>
            <a:endParaRPr lang="en-US" sz="4400" b="1" dirty="0">
              <a:solidFill>
                <a:srgbClr val="FF33CC"/>
              </a:solidFill>
              <a:latin typeface="Courier"/>
              <a:cs typeface="Arial"/>
            </a:endParaRPr>
          </a:p>
          <a:p>
            <a:pPr marL="622300" lvl="1" indent="0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Pct val="100000"/>
              <a:buNone/>
            </a:pPr>
            <a:r>
              <a:rPr lang="en-US" sz="4400" b="1" dirty="0">
                <a:solidFill>
                  <a:srgbClr val="FF33CC"/>
                </a:solidFill>
                <a:latin typeface="Courier"/>
                <a:cs typeface="Arial"/>
                <a:sym typeface="Cabin"/>
              </a:rPr>
              <a:t>not</a:t>
            </a:r>
            <a:endParaRPr lang="en-US" sz="3600" b="1" dirty="0">
              <a:solidFill>
                <a:srgbClr val="FF33CC"/>
              </a:solidFill>
              <a:latin typeface="Courier"/>
              <a:cs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190E125-B4AE-20CE-23AC-A7035954CF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0640004"/>
              </p:ext>
            </p:extLst>
          </p:nvPr>
        </p:nvGraphicFramePr>
        <p:xfrm>
          <a:off x="0" y="4123445"/>
          <a:ext cx="7214616" cy="24910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7056">
                  <a:extLst>
                    <a:ext uri="{9D8B030D-6E8A-4147-A177-3AD203B41FA5}">
                      <a16:colId xmlns:a16="http://schemas.microsoft.com/office/drawing/2014/main" val="1306166552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1119043645"/>
                    </a:ext>
                  </a:extLst>
                </a:gridCol>
              </a:tblGrid>
              <a:tr h="605430">
                <a:tc>
                  <a:txBody>
                    <a:bodyPr/>
                    <a:lstStyle/>
                    <a:p>
                      <a:pPr lvl="0" defTabSz="91440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Logical Expression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D093"/>
                    </a:solidFill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Result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D0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3229989"/>
                  </a:ext>
                </a:extLst>
              </a:tr>
              <a:tr h="605430">
                <a:tc>
                  <a:txBody>
                    <a:bodyPr/>
                    <a:lstStyle/>
                    <a:p>
                      <a:pPr lvl="0" defTabSz="914400">
                        <a:buNone/>
                      </a:pPr>
                      <a:r>
                        <a:rPr lang="en-US" sz="1800" b="1" dirty="0">
                          <a:latin typeface="Courier"/>
                          <a:cs typeface="Arial"/>
                        </a:rPr>
                        <a:t>expression1 </a:t>
                      </a:r>
                      <a:r>
                        <a:rPr lang="en-US" sz="1800" b="1" dirty="0">
                          <a:solidFill>
                            <a:srgbClr val="FF33CC"/>
                          </a:solidFill>
                          <a:latin typeface="Courier"/>
                          <a:cs typeface="Arial"/>
                        </a:rPr>
                        <a:t>and</a:t>
                      </a:r>
                      <a:r>
                        <a:rPr lang="en-US" sz="1800" b="1" dirty="0">
                          <a:latin typeface="Courier"/>
                          <a:cs typeface="Arial"/>
                        </a:rPr>
                        <a:t> expression2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D093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buNone/>
                      </a:pPr>
                      <a:r>
                        <a:rPr lang="en-US" sz="1800" b="1" dirty="0">
                          <a:solidFill>
                            <a:srgbClr val="0066FF"/>
                          </a:solidFill>
                          <a:latin typeface="Courier"/>
                          <a:cs typeface="Arial"/>
                        </a:rPr>
                        <a:t>True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 if </a:t>
                      </a:r>
                      <a:r>
                        <a:rPr lang="en-US" sz="1800" b="1" dirty="0">
                          <a:solidFill>
                            <a:srgbClr val="FF33CC"/>
                          </a:solidFill>
                          <a:latin typeface="Arial"/>
                          <a:cs typeface="Arial"/>
                        </a:rPr>
                        <a:t>both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 expressions are </a:t>
                      </a:r>
                      <a:r>
                        <a:rPr lang="en-US" sz="1800" b="1" dirty="0">
                          <a:solidFill>
                            <a:srgbClr val="0066FF"/>
                          </a:solidFill>
                          <a:latin typeface="Courier"/>
                          <a:cs typeface="Arial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D093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7001383"/>
                  </a:ext>
                </a:extLst>
              </a:tr>
              <a:tr h="605430">
                <a:tc>
                  <a:txBody>
                    <a:bodyPr/>
                    <a:lstStyle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latin typeface="Courier"/>
                          <a:cs typeface="Arial"/>
                        </a:rPr>
                        <a:t>expression1 </a:t>
                      </a:r>
                      <a:r>
                        <a:rPr lang="en-US" sz="1800" b="1" dirty="0">
                          <a:solidFill>
                            <a:srgbClr val="FF33CC"/>
                          </a:solidFill>
                          <a:latin typeface="Courier"/>
                          <a:cs typeface="Arial"/>
                        </a:rPr>
                        <a:t>or</a:t>
                      </a:r>
                      <a:r>
                        <a:rPr lang="en-US" sz="1800" b="1" dirty="0">
                          <a:latin typeface="Courier"/>
                          <a:cs typeface="Arial"/>
                        </a:rPr>
                        <a:t> expression2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D09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defTabSz="914400">
                        <a:buNone/>
                      </a:pPr>
                      <a:r>
                        <a:rPr lang="en-US" sz="1800" b="1" dirty="0">
                          <a:solidFill>
                            <a:srgbClr val="0066FF"/>
                          </a:solidFill>
                          <a:latin typeface="Courier"/>
                          <a:cs typeface="Arial"/>
                        </a:rPr>
                        <a:t>True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 if </a:t>
                      </a:r>
                      <a:r>
                        <a:rPr lang="en-US" sz="1800" b="1" dirty="0">
                          <a:solidFill>
                            <a:srgbClr val="FF33CC"/>
                          </a:solidFill>
                          <a:latin typeface="Arial"/>
                          <a:cs typeface="Arial"/>
                        </a:rPr>
                        <a:t>at least one</a:t>
                      </a:r>
                      <a:r>
                        <a:rPr lang="en-US" sz="1800" dirty="0">
                          <a:solidFill>
                            <a:srgbClr val="FF33C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sz="1800" dirty="0">
                          <a:latin typeface="Arial"/>
                          <a:cs typeface="Arial"/>
                        </a:rPr>
                        <a:t>expression is </a:t>
                      </a:r>
                      <a:r>
                        <a:rPr lang="en-US" sz="1800" b="1" dirty="0">
                          <a:solidFill>
                            <a:srgbClr val="0066FF"/>
                          </a:solidFill>
                          <a:latin typeface="Courier"/>
                          <a:cs typeface="Arial"/>
                        </a:rPr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D093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45952"/>
                  </a:ext>
                </a:extLst>
              </a:tr>
              <a:tr h="605430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kern="1200" dirty="0">
                          <a:solidFill>
                            <a:srgbClr val="FF33CC"/>
                          </a:solidFill>
                          <a:latin typeface="Courier"/>
                          <a:ea typeface="+mn-ea"/>
                          <a:cs typeface="Arial"/>
                        </a:rPr>
                        <a:t>not</a:t>
                      </a:r>
                      <a:r>
                        <a:rPr lang="en-US" sz="1800" b="1" dirty="0">
                          <a:latin typeface="Courier"/>
                          <a:cs typeface="Arial"/>
                        </a:rPr>
                        <a:t> expression1</a:t>
                      </a:r>
                    </a:p>
                  </a:txBody>
                  <a:tcPr anchor="ctr">
                    <a:lnL w="12700">
                      <a:solidFill>
                        <a:sysClr val="windowText" lastClr="000000"/>
                      </a:solidFill>
                    </a:lnL>
                    <a:lnR w="12700">
                      <a:solidFill>
                        <a:sysClr val="windowText" lastClr="000000"/>
                      </a:solidFill>
                    </a:lnR>
                    <a:lnT w="12700">
                      <a:solidFill>
                        <a:sysClr val="windowText" lastClr="000000"/>
                      </a:solidFill>
                    </a:lnT>
                    <a:lnB w="12700">
                      <a:solidFill>
                        <a:sysClr val="windowText" lastClr="000000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4FD09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rgbClr val="0066FF"/>
                          </a:solidFill>
                          <a:latin typeface="Courier"/>
                        </a:rPr>
                        <a:t>True</a:t>
                      </a:r>
                      <a:r>
                        <a:rPr lang="en-US" sz="1800" b="0" i="0" u="none" strike="noStrike" noProof="0" dirty="0">
                          <a:solidFill>
                            <a:srgbClr val="363D3D"/>
                          </a:solidFill>
                          <a:latin typeface="Arial"/>
                        </a:rPr>
                        <a:t> if expression1 is </a:t>
                      </a:r>
                      <a:r>
                        <a:rPr lang="en-US" sz="1800" b="1" i="0" u="none" strike="noStrike" kern="1200" noProof="0" dirty="0">
                          <a:solidFill>
                            <a:srgbClr val="FF0000"/>
                          </a:solidFill>
                          <a:latin typeface="Courier"/>
                          <a:ea typeface="+mn-ea"/>
                          <a:cs typeface="+mn-cs"/>
                        </a:rPr>
                        <a:t>False</a:t>
                      </a:r>
                    </a:p>
                  </a:txBody>
                  <a:tcPr anchor="ctr">
                    <a:lnL w="12700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ysClr val="windowText" lastClr="000000"/>
                      </a:solidFill>
                    </a:lnT>
                    <a:lnB w="12700">
                      <a:solidFill>
                        <a:sysClr val="windowText" lastClr="000000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4FD093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2471927"/>
                  </a:ext>
                </a:extLst>
              </a:tr>
            </a:tbl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67BBBACF-21D6-AC36-28F5-9F3875054BFE}"/>
              </a:ext>
            </a:extLst>
          </p:cNvPr>
          <p:cNvSpPr txBox="1">
            <a:spLocks/>
          </p:cNvSpPr>
          <p:nvPr/>
        </p:nvSpPr>
        <p:spPr>
          <a:xfrm>
            <a:off x="463296" y="467360"/>
            <a:ext cx="8363712" cy="12334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itchFamily="34" charset="0"/>
              <a:buNone/>
              <a:defRPr sz="4400" b="1" kern="1200">
                <a:solidFill>
                  <a:srgbClr val="00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Compound Conditions</a:t>
            </a:r>
          </a:p>
        </p:txBody>
      </p:sp>
    </p:spTree>
    <p:extLst>
      <p:ext uri="{BB962C8B-B14F-4D97-AF65-F5344CB8AC3E}">
        <p14:creationId xmlns:p14="http://schemas.microsoft.com/office/powerpoint/2010/main" val="4133685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anded Design UI Gold 16x9">
  <a:themeElements>
    <a:clrScheme name="Custom 8">
      <a:dk1>
        <a:srgbClr val="363D3D"/>
      </a:dk1>
      <a:lt1>
        <a:srgbClr val="FFFFFF"/>
      </a:lt1>
      <a:dk2>
        <a:srgbClr val="363D3D"/>
      </a:dk2>
      <a:lt2>
        <a:srgbClr val="FFFFFF"/>
      </a:lt2>
      <a:accent1>
        <a:srgbClr val="FFCD00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2077AF"/>
      </a:hlink>
      <a:folHlink>
        <a:srgbClr val="5172B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c PPT template_gold.potx" id="{D77CC452-3B11-4F5F-AC01-9266D778C52B}" vid="{B6B685E6-6507-41C4-8F51-F666E587A819}"/>
    </a:ext>
  </a:extLst>
</a:theme>
</file>

<file path=ppt/theme/theme2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A572D36BEF32645AB4FF4C3BBA602A9" ma:contentTypeVersion="18" ma:contentTypeDescription="Create a new document." ma:contentTypeScope="" ma:versionID="a2fdd967d0bfba76bbaaa1457400fb70">
  <xsd:schema xmlns:xsd="http://www.w3.org/2001/XMLSchema" xmlns:xs="http://www.w3.org/2001/XMLSchema" xmlns:p="http://schemas.microsoft.com/office/2006/metadata/properties" xmlns:ns2="1b4706cf-24a0-4353-bfeb-a98fa76d7afc" xmlns:ns3="b9286174-cad1-47e1-a8b3-1de48f4e7418" targetNamespace="http://schemas.microsoft.com/office/2006/metadata/properties" ma:root="true" ma:fieldsID="f1e56aa687d71246941e0b861f9079fd" ns2:_="" ns3:_="">
    <xsd:import namespace="1b4706cf-24a0-4353-bfeb-a98fa76d7afc"/>
    <xsd:import namespace="b9286174-cad1-47e1-a8b3-1de48f4e741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4706cf-24a0-4353-bfeb-a98fa76d7af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ca395bf8-9c57-4ac0-8f2e-cccb47a0700a}" ma:internalName="TaxCatchAll" ma:showField="CatchAllData" ma:web="1b4706cf-24a0-4353-bfeb-a98fa76d7af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286174-cad1-47e1-a8b3-1de48f4e7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8af9f51b-2984-4022-8acc-3c23a99e8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9286174-cad1-47e1-a8b3-1de48f4e7418">
      <Terms xmlns="http://schemas.microsoft.com/office/infopath/2007/PartnerControls"/>
    </lcf76f155ced4ddcb4097134ff3c332f>
    <TaxCatchAll xmlns="1b4706cf-24a0-4353-bfeb-a98fa76d7afc" xsi:nil="true"/>
  </documentManagement>
</p:properties>
</file>

<file path=customXml/itemProps1.xml><?xml version="1.0" encoding="utf-8"?>
<ds:datastoreItem xmlns:ds="http://schemas.openxmlformats.org/officeDocument/2006/customXml" ds:itemID="{7FF29CE7-16A8-4B0E-B4FA-2A982F4527D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D64A0D2-6765-46E1-804F-9C2CF808CADB}">
  <ds:schemaRefs>
    <ds:schemaRef ds:uri="1b4706cf-24a0-4353-bfeb-a98fa76d7afc"/>
    <ds:schemaRef ds:uri="b9286174-cad1-47e1-a8b3-1de48f4e741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BD17430-6E73-4068-A80B-A03F106C56A9}">
  <ds:schemaRefs>
    <ds:schemaRef ds:uri="1b4706cf-24a0-4353-bfeb-a98fa76d7afc"/>
    <ds:schemaRef ds:uri="b9286174-cad1-47e1-a8b3-1de48f4e741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MBA PPT template_gold(2)</Template>
  <TotalTime>191</TotalTime>
  <Words>360</Words>
  <Application>Microsoft Office PowerPoint</Application>
  <PresentationFormat>Widescreen</PresentationFormat>
  <Paragraphs>101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Cabin</vt:lpstr>
      <vt:lpstr>Calibri</vt:lpstr>
      <vt:lpstr>Courier</vt:lpstr>
      <vt:lpstr>Banded Design UI Gold 16x9</vt:lpstr>
      <vt:lpstr>Data Programming  in Python _________________ Booleans and Flow Control</vt:lpstr>
      <vt:lpstr>Boolean Data Type</vt:lpstr>
      <vt:lpstr>Boolean Data Type</vt:lpstr>
      <vt:lpstr>Conditional Statements</vt:lpstr>
      <vt:lpstr>Conditional Statements</vt:lpstr>
      <vt:lpstr>Conditional Statements</vt:lpstr>
      <vt:lpstr>Conditional Statements</vt:lpstr>
      <vt:lpstr>Conditional Statements</vt:lpstr>
      <vt:lpstr>Conditional Statements</vt:lpstr>
      <vt:lpstr>Conditional Statements</vt:lpstr>
      <vt:lpstr>Conditional Statements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Redmond, Michael A</dc:creator>
  <cp:keywords/>
  <cp:lastModifiedBy>Redmond, Michael A</cp:lastModifiedBy>
  <cp:revision>47</cp:revision>
  <dcterms:created xsi:type="dcterms:W3CDTF">2025-07-14T11:21:17Z</dcterms:created>
  <dcterms:modified xsi:type="dcterms:W3CDTF">2025-10-28T18:05:32Z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TC028952549991</vt:lpwstr>
  </property>
  <property fmtid="{D5CDD505-2E9C-101B-9397-08002B2CF9AE}" pid="3" name="ContentTypeId">
    <vt:lpwstr>0x010100BA572D36BEF32645AB4FF4C3BBA602A9</vt:lpwstr>
  </property>
  <property fmtid="{D5CDD505-2E9C-101B-9397-08002B2CF9AE}" pid="4" name="MediaServiceImageTags">
    <vt:lpwstr/>
  </property>
</Properties>
</file>